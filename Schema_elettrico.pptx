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222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40988B-C687-BD3C-ABF9-02F301786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F777FCA-341A-CEAF-8021-CB752D955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2293C1-D099-669B-B843-6564B921C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424-A18D-45E3-B0B1-6EC32941DE34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0744FEC-C160-2AC2-C282-2CABF1D53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93AF47-DBF3-C422-AEAF-365029A78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C0B4-E1B1-497D-A54D-41E0D20EC1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053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444831-1864-56DE-49F7-B45DDE8A7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4FD851-3CE2-1052-AD81-C848AA8F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A55BFE-D49B-7814-D7F9-DA8882108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424-A18D-45E3-B0B1-6EC32941DE34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9378E86-8B7E-C8DE-0760-AC178D984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F18E0E-F574-0FCC-7FB4-6A93F84BB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C0B4-E1B1-497D-A54D-41E0D20EC1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1319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759F87-1DC4-4DB5-66CC-8F0CBA8AE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50EF3FF-55F8-F6A2-B9A1-B1E22CEBE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9C408A-955F-5289-3AFB-6EC3D5A7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424-A18D-45E3-B0B1-6EC32941DE34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61ABAF-04BF-15AA-C822-2A3156608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FA795B-1320-AE15-89BF-6122C68C2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C0B4-E1B1-497D-A54D-41E0D20EC1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702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C00FA3-2822-B9F7-FE73-F2901EA38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FFE8696-70FB-C389-BB61-D11D52DDA6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0F00939-A84A-D45F-78B5-2DD1E31C7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22D32B9-422B-13FA-BBC4-5608CAD79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424-A18D-45E3-B0B1-6EC32941DE34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F2EC589-7ED3-54CE-6457-5BF8361FB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EE8AEF2-20D6-51FD-84A0-0B0CB1FD7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C0B4-E1B1-497D-A54D-41E0D20EC1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479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95E2EE-6B03-A8B7-CAB0-833FA5216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8CA6EA-0485-CFEC-3BB0-E04357306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5CA0828-D7F7-DE24-F1DB-6A2B6B010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8488E76-E9E0-34C6-2356-6B8732F98E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656D2E5-1747-0EB3-B545-0840E61180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DB7D462-BEA3-2FF0-9B79-DBDF95CDA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424-A18D-45E3-B0B1-6EC32941DE34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12AB322-1E56-8D65-7C99-91339665C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78241C8-DF33-783F-5000-EF37A5D97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C0B4-E1B1-497D-A54D-41E0D20EC1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919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67722-D82A-1FC3-A833-B4FE3751C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7356455-7389-067C-BDC9-C0DCA4C96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424-A18D-45E3-B0B1-6EC32941DE34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5C35FC8-2283-69D5-E630-3137988C7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56DCB9A-F667-56EE-9AD9-6C71E46E8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C0B4-E1B1-497D-A54D-41E0D20EC1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6069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E3E90A5-366B-3241-E076-77D75A1B0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424-A18D-45E3-B0B1-6EC32941DE34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AE4D7CE-4398-B5C2-CC4F-B3DE3061E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3BC7090-51CE-AFCD-17AA-009C91165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C0B4-E1B1-497D-A54D-41E0D20EC1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7125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AEBC70-F297-945F-28FE-4FA06AED1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F4B9E8-BF4F-EFFF-8A04-6600AE773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573EC66-D453-9C37-D08D-83BD652EC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A5847C-D4F4-2058-DCEB-21BDFF157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424-A18D-45E3-B0B1-6EC32941DE34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C7039FC-BCC5-2177-4104-57C6A8E10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47660E5-FB55-C9F9-F42D-ACA4652BB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C0B4-E1B1-497D-A54D-41E0D20EC1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0776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045838-A172-72BF-CA04-73A432DBD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D9FC8E5-B1F0-62A2-A48A-950335259D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606F6FB-B6BA-7883-0E4E-E450A0034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2C917D8-DADF-17E8-8131-014FA1FFA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424-A18D-45E3-B0B1-6EC32941DE34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7AEF34C-E925-E671-BD7F-8CC56A019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3D7E403-6DDF-567A-F4BC-7F8FDD5A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C0B4-E1B1-497D-A54D-41E0D20EC1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2916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93DBB5-BB58-5859-8CEE-48E7F09B4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CF8953-4973-924C-5C4D-A0D8120ED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9AB1391-1161-7B8E-8BB8-1D130E4C8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424-A18D-45E3-B0B1-6EC32941DE34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285998-EA8B-FE64-C85E-6236210CA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AA54DB-7406-7480-7748-97924D016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C0B4-E1B1-497D-A54D-41E0D20EC1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7264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A51367C-0779-C2F4-C5DC-AE7531AFFA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83A72A0-4975-63EF-C094-B5D648374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17835A0-D89D-7C83-43B4-AA2C1E950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96424-A18D-45E3-B0B1-6EC32941DE34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40FE4AB-C1D3-7EFF-E27E-E1E42E1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7954B42-9EE9-F66B-3060-3D0EDEC76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7C0B4-E1B1-497D-A54D-41E0D20EC1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3085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83C27C7-55E0-214C-C35E-26FE28A7B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092B2D4-830F-CF39-F86D-EEFDDC511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7C2A45C-2B57-0E9B-FA78-92013BE1F1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96424-A18D-45E3-B0B1-6EC32941DE34}" type="datetimeFigureOut">
              <a:rPr lang="it-IT" smtClean="0"/>
              <a:t>10/09/2025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81D7DB7-1326-4CAA-863F-BBC0FF82E6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2F55118-E206-1873-B16B-4CAC9D936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7C0B4-E1B1-497D-A54D-41E0D20EC1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5506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A3051271-D60A-3F50-115D-0F7D1D1432B9}"/>
              </a:ext>
            </a:extLst>
          </p:cNvPr>
          <p:cNvSpPr txBox="1"/>
          <p:nvPr/>
        </p:nvSpPr>
        <p:spPr>
          <a:xfrm>
            <a:off x="444500" y="336550"/>
            <a:ext cx="467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Interfaccia del banco per Enrichetto:</a:t>
            </a:r>
          </a:p>
          <a:p>
            <a:r>
              <a:rPr lang="it-IT" dirty="0"/>
              <a:t>Lato celle di carico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FED4D15C-2102-5377-7CB5-E80F1F5BCC7B}"/>
              </a:ext>
            </a:extLst>
          </p:cNvPr>
          <p:cNvSpPr/>
          <p:nvPr/>
        </p:nvSpPr>
        <p:spPr>
          <a:xfrm>
            <a:off x="2997200" y="2190750"/>
            <a:ext cx="5276850" cy="260985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1ED56E6-BD99-05BF-A560-19A5D6863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225" y="3116117"/>
            <a:ext cx="941506" cy="625766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C8781F6B-A694-E04F-B27B-850E239D8139}"/>
              </a:ext>
            </a:extLst>
          </p:cNvPr>
          <p:cNvSpPr txBox="1"/>
          <p:nvPr/>
        </p:nvSpPr>
        <p:spPr>
          <a:xfrm>
            <a:off x="4844731" y="2716007"/>
            <a:ext cx="101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Connettore </a:t>
            </a:r>
            <a:r>
              <a:rPr lang="it-IT" sz="1000" dirty="0" err="1">
                <a:solidFill>
                  <a:schemeClr val="bg1"/>
                </a:solidFill>
              </a:rPr>
              <a:t>db</a:t>
            </a:r>
            <a:r>
              <a:rPr lang="it-IT" sz="1000" dirty="0">
                <a:solidFill>
                  <a:schemeClr val="bg1"/>
                </a:solidFill>
              </a:rPr>
              <a:t> </a:t>
            </a:r>
          </a:p>
          <a:p>
            <a:r>
              <a:rPr lang="it-IT" sz="1000" dirty="0">
                <a:solidFill>
                  <a:schemeClr val="bg1"/>
                </a:solidFill>
              </a:rPr>
              <a:t>15 alta densità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EEA699A-617F-DE62-D792-1B1FA8788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828" y="3116117"/>
            <a:ext cx="941506" cy="62576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849BAB9-3E55-9AA9-0299-63106BCC4DAA}"/>
              </a:ext>
            </a:extLst>
          </p:cNvPr>
          <p:cNvSpPr txBox="1"/>
          <p:nvPr/>
        </p:nvSpPr>
        <p:spPr>
          <a:xfrm>
            <a:off x="5893334" y="2716007"/>
            <a:ext cx="101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Connettore </a:t>
            </a:r>
            <a:r>
              <a:rPr lang="it-IT" sz="1000" dirty="0" err="1">
                <a:solidFill>
                  <a:schemeClr val="bg1"/>
                </a:solidFill>
              </a:rPr>
              <a:t>db</a:t>
            </a:r>
            <a:r>
              <a:rPr lang="it-IT" sz="1000" dirty="0">
                <a:solidFill>
                  <a:schemeClr val="bg1"/>
                </a:solidFill>
              </a:rPr>
              <a:t> </a:t>
            </a:r>
          </a:p>
          <a:p>
            <a:r>
              <a:rPr lang="it-IT" sz="1000" dirty="0">
                <a:solidFill>
                  <a:schemeClr val="bg1"/>
                </a:solidFill>
              </a:rPr>
              <a:t>15 alta densità</a:t>
            </a: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1EF24101-0AFE-4DFA-25F2-80D5F666E7C5}"/>
              </a:ext>
            </a:extLst>
          </p:cNvPr>
          <p:cNvGrpSpPr/>
          <p:nvPr/>
        </p:nvGrpSpPr>
        <p:grpSpPr>
          <a:xfrm>
            <a:off x="4019226" y="3249000"/>
            <a:ext cx="360000" cy="360000"/>
            <a:chOff x="946150" y="2190750"/>
            <a:chExt cx="360000" cy="360000"/>
          </a:xfrm>
        </p:grpSpPr>
        <p:sp>
          <p:nvSpPr>
            <p:cNvPr id="12" name="Ovale 11">
              <a:extLst>
                <a:ext uri="{FF2B5EF4-FFF2-40B4-BE49-F238E27FC236}">
                  <a16:creationId xmlns:a16="http://schemas.microsoft.com/office/drawing/2014/main" id="{02A4DDE4-1FB6-8C68-CC55-610B98E3A32F}"/>
                </a:ext>
              </a:extLst>
            </p:cNvPr>
            <p:cNvSpPr/>
            <p:nvPr/>
          </p:nvSpPr>
          <p:spPr>
            <a:xfrm>
              <a:off x="946150" y="2190750"/>
              <a:ext cx="360000" cy="360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Ovale 12">
              <a:extLst>
                <a:ext uri="{FF2B5EF4-FFF2-40B4-BE49-F238E27FC236}">
                  <a16:creationId xmlns:a16="http://schemas.microsoft.com/office/drawing/2014/main" id="{AAE9F65F-5499-3F76-4EEB-2DE4C861866A}"/>
                </a:ext>
              </a:extLst>
            </p:cNvPr>
            <p:cNvSpPr/>
            <p:nvPr/>
          </p:nvSpPr>
          <p:spPr>
            <a:xfrm>
              <a:off x="1036150" y="2280750"/>
              <a:ext cx="180000" cy="180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E9752FFE-D13B-0C31-0530-DA010B8C7AF5}"/>
              </a:ext>
            </a:extLst>
          </p:cNvPr>
          <p:cNvGrpSpPr/>
          <p:nvPr/>
        </p:nvGrpSpPr>
        <p:grpSpPr>
          <a:xfrm>
            <a:off x="3418213" y="3249000"/>
            <a:ext cx="360000" cy="360000"/>
            <a:chOff x="946150" y="2190750"/>
            <a:chExt cx="360000" cy="360000"/>
          </a:xfrm>
        </p:grpSpPr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7D2128AC-A448-B0CF-3EBB-5E67CAB7F7C4}"/>
                </a:ext>
              </a:extLst>
            </p:cNvPr>
            <p:cNvSpPr/>
            <p:nvPr/>
          </p:nvSpPr>
          <p:spPr>
            <a:xfrm>
              <a:off x="946150" y="2190750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2F99A842-695F-60DD-6C9E-60DE5AF5346C}"/>
                </a:ext>
              </a:extLst>
            </p:cNvPr>
            <p:cNvSpPr/>
            <p:nvPr/>
          </p:nvSpPr>
          <p:spPr>
            <a:xfrm>
              <a:off x="1036150" y="2280750"/>
              <a:ext cx="180000" cy="1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1BA1842-A3C4-E35C-D3FC-7B73551F359D}"/>
              </a:ext>
            </a:extLst>
          </p:cNvPr>
          <p:cNvSpPr txBox="1"/>
          <p:nvPr/>
        </p:nvSpPr>
        <p:spPr>
          <a:xfrm>
            <a:off x="3407004" y="2803890"/>
            <a:ext cx="1102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Prese a banana 24V femmina</a:t>
            </a:r>
          </a:p>
        </p:txBody>
      </p:sp>
    </p:spTree>
    <p:extLst>
      <p:ext uri="{BB962C8B-B14F-4D97-AF65-F5344CB8AC3E}">
        <p14:creationId xmlns:p14="http://schemas.microsoft.com/office/powerpoint/2010/main" val="3926861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B987E-0FC4-BD04-E8C4-3E189E77A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AEE70E60-0E72-2449-6D14-0D9DFEDD443A}"/>
              </a:ext>
            </a:extLst>
          </p:cNvPr>
          <p:cNvSpPr txBox="1"/>
          <p:nvPr/>
        </p:nvSpPr>
        <p:spPr>
          <a:xfrm>
            <a:off x="444500" y="336550"/>
            <a:ext cx="7226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Interfaccia del banco per Enrichetto:</a:t>
            </a:r>
          </a:p>
          <a:p>
            <a:r>
              <a:rPr lang="it-IT" dirty="0"/>
              <a:t>Lato LVDT</a:t>
            </a:r>
          </a:p>
          <a:p>
            <a:r>
              <a:rPr lang="it-IT" dirty="0"/>
              <a:t>L’interruttore consente di mandare o la 12 V o la 24V ai connettori DB15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5475183-CE63-AF8F-3EA3-38C8AF7D09FA}"/>
              </a:ext>
            </a:extLst>
          </p:cNvPr>
          <p:cNvSpPr>
            <a:spLocks/>
          </p:cNvSpPr>
          <p:nvPr/>
        </p:nvSpPr>
        <p:spPr>
          <a:xfrm>
            <a:off x="2997200" y="2190750"/>
            <a:ext cx="5276850" cy="260985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7977613-1721-911A-7628-EDE94557B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225" y="3116117"/>
            <a:ext cx="941506" cy="625766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90973C4-29E5-BBB4-203C-6ACB2255DFE8}"/>
              </a:ext>
            </a:extLst>
          </p:cNvPr>
          <p:cNvSpPr txBox="1"/>
          <p:nvPr/>
        </p:nvSpPr>
        <p:spPr>
          <a:xfrm>
            <a:off x="4844731" y="2716007"/>
            <a:ext cx="101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Connettore </a:t>
            </a:r>
            <a:r>
              <a:rPr lang="it-IT" sz="1000" dirty="0" err="1">
                <a:solidFill>
                  <a:schemeClr val="bg1"/>
                </a:solidFill>
              </a:rPr>
              <a:t>db</a:t>
            </a:r>
            <a:r>
              <a:rPr lang="it-IT" sz="1000" dirty="0">
                <a:solidFill>
                  <a:schemeClr val="bg1"/>
                </a:solidFill>
              </a:rPr>
              <a:t> </a:t>
            </a:r>
          </a:p>
          <a:p>
            <a:r>
              <a:rPr lang="it-IT" sz="1000" dirty="0">
                <a:solidFill>
                  <a:schemeClr val="bg1"/>
                </a:solidFill>
              </a:rPr>
              <a:t>15 alta densità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27F7101D-F7A7-6EB8-F8D5-7C7FCA697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828" y="3116117"/>
            <a:ext cx="941506" cy="62576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8720591-C432-E0BA-9B70-2E6C4260269A}"/>
              </a:ext>
            </a:extLst>
          </p:cNvPr>
          <p:cNvSpPr txBox="1"/>
          <p:nvPr/>
        </p:nvSpPr>
        <p:spPr>
          <a:xfrm>
            <a:off x="5893334" y="2716007"/>
            <a:ext cx="101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Connettore </a:t>
            </a:r>
            <a:r>
              <a:rPr lang="it-IT" sz="1000" dirty="0" err="1">
                <a:solidFill>
                  <a:schemeClr val="bg1"/>
                </a:solidFill>
              </a:rPr>
              <a:t>db</a:t>
            </a:r>
            <a:r>
              <a:rPr lang="it-IT" sz="1000" dirty="0">
                <a:solidFill>
                  <a:schemeClr val="bg1"/>
                </a:solidFill>
              </a:rPr>
              <a:t> </a:t>
            </a:r>
          </a:p>
          <a:p>
            <a:r>
              <a:rPr lang="it-IT" sz="1000" dirty="0">
                <a:solidFill>
                  <a:schemeClr val="bg1"/>
                </a:solidFill>
              </a:rPr>
              <a:t>15 alta densità</a:t>
            </a: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F11E3D08-14A0-CD98-61DB-D51CE931C80C}"/>
              </a:ext>
            </a:extLst>
          </p:cNvPr>
          <p:cNvGrpSpPr/>
          <p:nvPr/>
        </p:nvGrpSpPr>
        <p:grpSpPr>
          <a:xfrm>
            <a:off x="4019226" y="3249000"/>
            <a:ext cx="360000" cy="360000"/>
            <a:chOff x="946150" y="2190750"/>
            <a:chExt cx="360000" cy="360000"/>
          </a:xfrm>
        </p:grpSpPr>
        <p:sp>
          <p:nvSpPr>
            <p:cNvPr id="12" name="Ovale 11">
              <a:extLst>
                <a:ext uri="{FF2B5EF4-FFF2-40B4-BE49-F238E27FC236}">
                  <a16:creationId xmlns:a16="http://schemas.microsoft.com/office/drawing/2014/main" id="{5049005A-A58F-7214-A363-0CB1A2730A44}"/>
                </a:ext>
              </a:extLst>
            </p:cNvPr>
            <p:cNvSpPr/>
            <p:nvPr/>
          </p:nvSpPr>
          <p:spPr>
            <a:xfrm>
              <a:off x="946150" y="2190750"/>
              <a:ext cx="360000" cy="360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Ovale 12">
              <a:extLst>
                <a:ext uri="{FF2B5EF4-FFF2-40B4-BE49-F238E27FC236}">
                  <a16:creationId xmlns:a16="http://schemas.microsoft.com/office/drawing/2014/main" id="{87D703CD-3DE7-FC7A-1174-9C22CC5A8A4A}"/>
                </a:ext>
              </a:extLst>
            </p:cNvPr>
            <p:cNvSpPr/>
            <p:nvPr/>
          </p:nvSpPr>
          <p:spPr>
            <a:xfrm>
              <a:off x="1036150" y="2280750"/>
              <a:ext cx="180000" cy="180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55CD8AE7-611D-C71D-AA7D-FF867F80ADF7}"/>
              </a:ext>
            </a:extLst>
          </p:cNvPr>
          <p:cNvGrpSpPr/>
          <p:nvPr/>
        </p:nvGrpSpPr>
        <p:grpSpPr>
          <a:xfrm>
            <a:off x="3418213" y="3249000"/>
            <a:ext cx="360000" cy="360000"/>
            <a:chOff x="946150" y="2190750"/>
            <a:chExt cx="360000" cy="360000"/>
          </a:xfrm>
        </p:grpSpPr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74A0B699-8FBA-32EB-97F3-B2D1690029E5}"/>
                </a:ext>
              </a:extLst>
            </p:cNvPr>
            <p:cNvSpPr/>
            <p:nvPr/>
          </p:nvSpPr>
          <p:spPr>
            <a:xfrm>
              <a:off x="946150" y="2190750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7BF7B654-F83C-13F5-8A18-A944404D1291}"/>
                </a:ext>
              </a:extLst>
            </p:cNvPr>
            <p:cNvSpPr/>
            <p:nvPr/>
          </p:nvSpPr>
          <p:spPr>
            <a:xfrm>
              <a:off x="1036150" y="2280750"/>
              <a:ext cx="180000" cy="1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BC38491-67AD-B39E-B556-FDFB30DC1FCF}"/>
              </a:ext>
            </a:extLst>
          </p:cNvPr>
          <p:cNvSpPr txBox="1"/>
          <p:nvPr/>
        </p:nvSpPr>
        <p:spPr>
          <a:xfrm>
            <a:off x="3407004" y="2803890"/>
            <a:ext cx="1102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Prese a banana 12V femmina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C1F72345-86F2-6B8D-589D-EA9455367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065" y="3116117"/>
            <a:ext cx="941506" cy="62576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9A97B8D-DA71-DA7D-3711-6BE2130F7E31}"/>
              </a:ext>
            </a:extLst>
          </p:cNvPr>
          <p:cNvSpPr txBox="1"/>
          <p:nvPr/>
        </p:nvSpPr>
        <p:spPr>
          <a:xfrm>
            <a:off x="6980571" y="2716007"/>
            <a:ext cx="101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Connettore </a:t>
            </a:r>
            <a:r>
              <a:rPr lang="it-IT" sz="1000" dirty="0" err="1">
                <a:solidFill>
                  <a:schemeClr val="bg1"/>
                </a:solidFill>
              </a:rPr>
              <a:t>db</a:t>
            </a:r>
            <a:r>
              <a:rPr lang="it-IT" sz="1000" dirty="0">
                <a:solidFill>
                  <a:schemeClr val="bg1"/>
                </a:solidFill>
              </a:rPr>
              <a:t> </a:t>
            </a:r>
          </a:p>
          <a:p>
            <a:r>
              <a:rPr lang="it-IT" sz="1000" dirty="0">
                <a:solidFill>
                  <a:schemeClr val="bg1"/>
                </a:solidFill>
              </a:rPr>
              <a:t>15 alta densità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86B8EBC-463C-A831-9962-6559CDC9B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225" y="4141993"/>
            <a:ext cx="941506" cy="62576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2E15465D-654E-3818-92D6-FE62D3C0A340}"/>
              </a:ext>
            </a:extLst>
          </p:cNvPr>
          <p:cNvSpPr txBox="1"/>
          <p:nvPr/>
        </p:nvSpPr>
        <p:spPr>
          <a:xfrm>
            <a:off x="4844731" y="3741883"/>
            <a:ext cx="101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Connettore </a:t>
            </a:r>
            <a:r>
              <a:rPr lang="it-IT" sz="1000" dirty="0" err="1">
                <a:solidFill>
                  <a:schemeClr val="bg1"/>
                </a:solidFill>
              </a:rPr>
              <a:t>db</a:t>
            </a:r>
            <a:r>
              <a:rPr lang="it-IT" sz="1000" dirty="0">
                <a:solidFill>
                  <a:schemeClr val="bg1"/>
                </a:solidFill>
              </a:rPr>
              <a:t> </a:t>
            </a:r>
          </a:p>
          <a:p>
            <a:r>
              <a:rPr lang="it-IT" sz="1000" dirty="0">
                <a:solidFill>
                  <a:schemeClr val="bg1"/>
                </a:solidFill>
              </a:rPr>
              <a:t>15 alta densità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6DE2B410-567B-1F93-045A-EED7BBE61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828" y="4141993"/>
            <a:ext cx="941506" cy="625766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5FE75E0E-D5E4-1C2B-657C-07843C1B668D}"/>
              </a:ext>
            </a:extLst>
          </p:cNvPr>
          <p:cNvSpPr txBox="1"/>
          <p:nvPr/>
        </p:nvSpPr>
        <p:spPr>
          <a:xfrm>
            <a:off x="5893334" y="3741883"/>
            <a:ext cx="101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Connettore </a:t>
            </a:r>
            <a:r>
              <a:rPr lang="it-IT" sz="1000" dirty="0" err="1">
                <a:solidFill>
                  <a:schemeClr val="bg1"/>
                </a:solidFill>
              </a:rPr>
              <a:t>db</a:t>
            </a:r>
            <a:r>
              <a:rPr lang="it-IT" sz="1000" dirty="0">
                <a:solidFill>
                  <a:schemeClr val="bg1"/>
                </a:solidFill>
              </a:rPr>
              <a:t> </a:t>
            </a:r>
          </a:p>
          <a:p>
            <a:r>
              <a:rPr lang="it-IT" sz="1000" dirty="0">
                <a:solidFill>
                  <a:schemeClr val="bg1"/>
                </a:solidFill>
              </a:rPr>
              <a:t>15 alta densità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2AD26F61-BA29-08E2-2F72-E081A54B8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065" y="4141993"/>
            <a:ext cx="941506" cy="625766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A6E965AD-AE89-D8FC-80C9-40D39AB2BD65}"/>
              </a:ext>
            </a:extLst>
          </p:cNvPr>
          <p:cNvSpPr txBox="1"/>
          <p:nvPr/>
        </p:nvSpPr>
        <p:spPr>
          <a:xfrm>
            <a:off x="6980571" y="3741883"/>
            <a:ext cx="101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Connettore </a:t>
            </a:r>
            <a:r>
              <a:rPr lang="it-IT" sz="1000" dirty="0" err="1">
                <a:solidFill>
                  <a:schemeClr val="bg1"/>
                </a:solidFill>
              </a:rPr>
              <a:t>db</a:t>
            </a:r>
            <a:r>
              <a:rPr lang="it-IT" sz="1000" dirty="0">
                <a:solidFill>
                  <a:schemeClr val="bg1"/>
                </a:solidFill>
              </a:rPr>
              <a:t> </a:t>
            </a:r>
          </a:p>
          <a:p>
            <a:r>
              <a:rPr lang="it-IT" sz="1000" dirty="0">
                <a:solidFill>
                  <a:schemeClr val="bg1"/>
                </a:solidFill>
              </a:rPr>
              <a:t>15 alta densità</a:t>
            </a: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37CE38A6-F545-63A5-A830-7AC5AA3B8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473" y="3842719"/>
            <a:ext cx="817595" cy="789100"/>
          </a:xfrm>
          <a:prstGeom prst="rect">
            <a:avLst/>
          </a:prstGeom>
        </p:spPr>
      </p:pic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4288B276-7E06-C01A-B4C2-D1EC40F424E7}"/>
              </a:ext>
            </a:extLst>
          </p:cNvPr>
          <p:cNvSpPr txBox="1"/>
          <p:nvPr/>
        </p:nvSpPr>
        <p:spPr>
          <a:xfrm>
            <a:off x="3022348" y="4001498"/>
            <a:ext cx="5645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1: 12 V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AF45168A-C4FF-E1BD-4ECD-D75416D18516}"/>
              </a:ext>
            </a:extLst>
          </p:cNvPr>
          <p:cNvSpPr txBox="1"/>
          <p:nvPr/>
        </p:nvSpPr>
        <p:spPr>
          <a:xfrm>
            <a:off x="4291399" y="3996941"/>
            <a:ext cx="5645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chemeClr val="bg1"/>
                </a:solidFill>
              </a:rPr>
              <a:t>2: 24 V</a:t>
            </a:r>
          </a:p>
        </p:txBody>
      </p:sp>
    </p:spTree>
    <p:extLst>
      <p:ext uri="{BB962C8B-B14F-4D97-AF65-F5344CB8AC3E}">
        <p14:creationId xmlns:p14="http://schemas.microsoft.com/office/powerpoint/2010/main" val="3928855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BC1A1-ACE9-34C6-3F7C-A5E8C188D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C516C9C0-A3E1-1A55-284E-8FC18F4A9D50}"/>
              </a:ext>
            </a:extLst>
          </p:cNvPr>
          <p:cNvSpPr txBox="1"/>
          <p:nvPr/>
        </p:nvSpPr>
        <p:spPr>
          <a:xfrm>
            <a:off x="444500" y="336550"/>
            <a:ext cx="7226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Interfaccia del banco per Enrichetto:</a:t>
            </a:r>
          </a:p>
          <a:p>
            <a:r>
              <a:rPr lang="it-IT" dirty="0"/>
              <a:t>Lato </a:t>
            </a:r>
            <a:r>
              <a:rPr lang="it-IT" dirty="0" err="1"/>
              <a:t>spare</a:t>
            </a:r>
            <a:endParaRPr lang="it-IT" dirty="0"/>
          </a:p>
          <a:p>
            <a:r>
              <a:rPr lang="it-IT" dirty="0"/>
              <a:t>2 prese una italiana e una tedesca </a:t>
            </a:r>
            <a:r>
              <a:rPr lang="it-IT" dirty="0" err="1"/>
              <a:t>schuko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F8819019-286F-B74D-E85C-C5CE6221782C}"/>
              </a:ext>
            </a:extLst>
          </p:cNvPr>
          <p:cNvSpPr>
            <a:spLocks/>
          </p:cNvSpPr>
          <p:nvPr/>
        </p:nvSpPr>
        <p:spPr>
          <a:xfrm>
            <a:off x="2997200" y="2190750"/>
            <a:ext cx="5276850" cy="260985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E5C87B4A-0A60-EF3C-6D0A-BC9B92002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073" y="2824069"/>
            <a:ext cx="743054" cy="1343212"/>
          </a:xfrm>
          <a:prstGeom prst="rect">
            <a:avLst/>
          </a:prstGeom>
        </p:spPr>
      </p:pic>
      <p:pic>
        <p:nvPicPr>
          <p:cNvPr id="29" name="Immagine 28">
            <a:extLst>
              <a:ext uri="{FF2B5EF4-FFF2-40B4-BE49-F238E27FC236}">
                <a16:creationId xmlns:a16="http://schemas.microsoft.com/office/drawing/2014/main" id="{7D99FF9E-6133-4D11-7171-F6DC6AC59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456" y="2824068"/>
            <a:ext cx="2594240" cy="134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54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8AE7E-A270-042B-23E1-D569E50FF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0AC90173-8E4D-9F3D-1200-840672D8C43F}"/>
              </a:ext>
            </a:extLst>
          </p:cNvPr>
          <p:cNvSpPr txBox="1"/>
          <p:nvPr/>
        </p:nvSpPr>
        <p:spPr>
          <a:xfrm>
            <a:off x="444500" y="336550"/>
            <a:ext cx="722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Cablaggio LVDT </a:t>
            </a:r>
            <a:r>
              <a:rPr lang="it-IT" dirty="0" err="1"/>
              <a:t>pre</a:t>
            </a:r>
            <a:r>
              <a:rPr lang="it-IT" dirty="0"/>
              <a:t> Amplificato AEP LDT-AMP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3A5EACF-270B-7ED3-1FB2-CADC75C2E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0630" y="4317920"/>
            <a:ext cx="1895740" cy="114316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6E4F458-53D1-B799-F735-52E65CC55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650" y="892988"/>
            <a:ext cx="4621684" cy="2020764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44D8FD34-4FA2-3A29-D9AC-3A74AE824E15}"/>
              </a:ext>
            </a:extLst>
          </p:cNvPr>
          <p:cNvSpPr txBox="1"/>
          <p:nvPr/>
        </p:nvSpPr>
        <p:spPr>
          <a:xfrm>
            <a:off x="3251027" y="3775075"/>
            <a:ext cx="1308100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DB15 LVDT</a:t>
            </a:r>
          </a:p>
          <a:p>
            <a:r>
              <a:rPr lang="it-IT" dirty="0"/>
              <a:t>maschio:</a:t>
            </a:r>
          </a:p>
          <a:p>
            <a:pPr algn="r"/>
            <a:r>
              <a:rPr lang="it-IT" u="sng" dirty="0"/>
              <a:t>12</a:t>
            </a:r>
          </a:p>
          <a:p>
            <a:pPr algn="r"/>
            <a:r>
              <a:rPr lang="it-IT" u="sng" dirty="0"/>
              <a:t>14</a:t>
            </a:r>
          </a:p>
          <a:p>
            <a:pPr algn="r"/>
            <a:r>
              <a:rPr lang="it-IT" u="sng" dirty="0"/>
              <a:t>11</a:t>
            </a:r>
          </a:p>
          <a:p>
            <a:pPr algn="r"/>
            <a:r>
              <a:rPr lang="it-IT" u="sng" dirty="0"/>
              <a:t>9</a:t>
            </a:r>
          </a:p>
          <a:p>
            <a:pPr algn="r"/>
            <a:r>
              <a:rPr lang="it-IT" u="sng" dirty="0"/>
              <a:t>4</a:t>
            </a:r>
          </a:p>
          <a:p>
            <a:pPr algn="r"/>
            <a:endParaRPr lang="it-IT" u="sng" dirty="0"/>
          </a:p>
          <a:p>
            <a:endParaRPr lang="it-IT" dirty="0"/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7F7D20E4-902A-BAB2-B1D1-D0421FC63E5F}"/>
              </a:ext>
            </a:extLst>
          </p:cNvPr>
          <p:cNvGrpSpPr/>
          <p:nvPr/>
        </p:nvGrpSpPr>
        <p:grpSpPr>
          <a:xfrm>
            <a:off x="4498802" y="5324555"/>
            <a:ext cx="212724" cy="273050"/>
            <a:chOff x="2178050" y="3498850"/>
            <a:chExt cx="158750" cy="152400"/>
          </a:xfrm>
        </p:grpSpPr>
        <p:cxnSp>
          <p:nvCxnSpPr>
            <p:cNvPr id="10" name="Connettore diritto 9">
              <a:extLst>
                <a:ext uri="{FF2B5EF4-FFF2-40B4-BE49-F238E27FC236}">
                  <a16:creationId xmlns:a16="http://schemas.microsoft.com/office/drawing/2014/main" id="{4DFA06AA-ABBA-8B09-AE03-527B08C47497}"/>
                </a:ext>
              </a:extLst>
            </p:cNvPr>
            <p:cNvCxnSpPr/>
            <p:nvPr/>
          </p:nvCxnSpPr>
          <p:spPr>
            <a:xfrm>
              <a:off x="2184400" y="3498850"/>
              <a:ext cx="152400" cy="0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diritto 10">
              <a:extLst>
                <a:ext uri="{FF2B5EF4-FFF2-40B4-BE49-F238E27FC236}">
                  <a16:creationId xmlns:a16="http://schemas.microsoft.com/office/drawing/2014/main" id="{1AFC612B-DAB7-E8C7-E24B-470558ED1E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6800" y="3498850"/>
              <a:ext cx="0" cy="152400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diritto 11">
              <a:extLst>
                <a:ext uri="{FF2B5EF4-FFF2-40B4-BE49-F238E27FC236}">
                  <a16:creationId xmlns:a16="http://schemas.microsoft.com/office/drawing/2014/main" id="{7C890E0D-EB29-A962-EE9F-DF22D9F96785}"/>
                </a:ext>
              </a:extLst>
            </p:cNvPr>
            <p:cNvCxnSpPr>
              <a:cxnSpLocks/>
            </p:cNvCxnSpPr>
            <p:nvPr/>
          </p:nvCxnSpPr>
          <p:spPr>
            <a:xfrm>
              <a:off x="2178050" y="3651250"/>
              <a:ext cx="152400" cy="0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4AA77D9-DA1A-3AE1-DD61-3A78D3DFB479}"/>
              </a:ext>
            </a:extLst>
          </p:cNvPr>
          <p:cNvSpPr txBox="1"/>
          <p:nvPr/>
        </p:nvSpPr>
        <p:spPr>
          <a:xfrm>
            <a:off x="7791450" y="3873837"/>
            <a:ext cx="1447798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Fili LVDT:</a:t>
            </a:r>
          </a:p>
          <a:p>
            <a:endParaRPr lang="it-IT" dirty="0"/>
          </a:p>
          <a:p>
            <a:r>
              <a:rPr lang="it-IT" u="sng" dirty="0"/>
              <a:t>Rosso</a:t>
            </a:r>
          </a:p>
          <a:p>
            <a:endParaRPr lang="it-IT" u="sng" dirty="0"/>
          </a:p>
          <a:p>
            <a:r>
              <a:rPr lang="it-IT" u="sng" dirty="0"/>
              <a:t>Bianco</a:t>
            </a:r>
          </a:p>
          <a:p>
            <a:endParaRPr lang="it-IT" u="sng" dirty="0"/>
          </a:p>
          <a:p>
            <a:r>
              <a:rPr lang="it-IT" u="sng" dirty="0"/>
              <a:t>Nero</a:t>
            </a:r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A5BA0ACB-A873-4055-C4D5-7A1A44B9B8A5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559127" y="5067737"/>
            <a:ext cx="3289473" cy="659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B3B99E90-94CE-5DBE-8A53-393758959174}"/>
              </a:ext>
            </a:extLst>
          </p:cNvPr>
          <p:cNvCxnSpPr>
            <a:cxnSpLocks/>
          </p:cNvCxnSpPr>
          <p:nvPr/>
        </p:nvCxnSpPr>
        <p:spPr>
          <a:xfrm>
            <a:off x="4498802" y="4515011"/>
            <a:ext cx="3349798" cy="1062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206E9101-64A4-925D-BAF0-6CF95BE1459F}"/>
              </a:ext>
            </a:extLst>
          </p:cNvPr>
          <p:cNvCxnSpPr>
            <a:cxnSpLocks/>
          </p:cNvCxnSpPr>
          <p:nvPr/>
        </p:nvCxnSpPr>
        <p:spPr>
          <a:xfrm>
            <a:off x="4697847" y="5591273"/>
            <a:ext cx="3150753" cy="1539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13497DB7-5CB6-1F06-B150-ABB60330282E}"/>
              </a:ext>
            </a:extLst>
          </p:cNvPr>
          <p:cNvCxnSpPr>
            <a:cxnSpLocks/>
          </p:cNvCxnSpPr>
          <p:nvPr/>
        </p:nvCxnSpPr>
        <p:spPr>
          <a:xfrm>
            <a:off x="4501977" y="4785818"/>
            <a:ext cx="3346623" cy="35163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405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94AC9-9C6B-848C-01ED-A4040A37E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B75AC74-BE70-D227-4B7D-AA3C04058AD6}"/>
              </a:ext>
            </a:extLst>
          </p:cNvPr>
          <p:cNvSpPr txBox="1"/>
          <p:nvPr/>
        </p:nvSpPr>
        <p:spPr>
          <a:xfrm>
            <a:off x="444500" y="336550"/>
            <a:ext cx="1136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Cablaggio Cella di carico (</a:t>
            </a:r>
            <a:r>
              <a:rPr lang="it-IT" dirty="0" err="1"/>
              <a:t>CLxxxx</a:t>
            </a:r>
            <a:r>
              <a:rPr lang="it-IT" dirty="0"/>
              <a:t>) non Amplificata che va al trasmettitore analogico TPZ (tutte quelle presenti)</a:t>
            </a:r>
          </a:p>
        </p:txBody>
      </p: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444C87D3-D0EE-F1DC-B7EB-68F02CD891EB}"/>
              </a:ext>
            </a:extLst>
          </p:cNvPr>
          <p:cNvGrpSpPr/>
          <p:nvPr/>
        </p:nvGrpSpPr>
        <p:grpSpPr>
          <a:xfrm>
            <a:off x="3076841" y="2718239"/>
            <a:ext cx="6097187" cy="3416320"/>
            <a:chOff x="3199211" y="1740339"/>
            <a:chExt cx="6097187" cy="3416320"/>
          </a:xfrm>
        </p:grpSpPr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60C465CF-669A-49F5-03E8-6103CC566119}"/>
                </a:ext>
              </a:extLst>
            </p:cNvPr>
            <p:cNvSpPr txBox="1"/>
            <p:nvPr/>
          </p:nvSpPr>
          <p:spPr>
            <a:xfrm>
              <a:off x="3199211" y="1740339"/>
              <a:ext cx="1308100" cy="34163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it-IT" dirty="0"/>
                <a:t>DB15 LC</a:t>
              </a:r>
            </a:p>
            <a:p>
              <a:r>
                <a:rPr lang="it-IT" dirty="0"/>
                <a:t>maschio:</a:t>
              </a:r>
            </a:p>
            <a:p>
              <a:pPr algn="r"/>
              <a:r>
                <a:rPr lang="it-IT" u="sng" dirty="0"/>
                <a:t>2</a:t>
              </a:r>
            </a:p>
            <a:p>
              <a:pPr algn="r"/>
              <a:r>
                <a:rPr lang="it-IT" u="sng" dirty="0"/>
                <a:t>7</a:t>
              </a:r>
            </a:p>
            <a:p>
              <a:pPr algn="r"/>
              <a:r>
                <a:rPr lang="it-IT" u="sng" dirty="0"/>
                <a:t>5</a:t>
              </a:r>
            </a:p>
            <a:p>
              <a:pPr algn="r"/>
              <a:r>
                <a:rPr lang="it-IT" u="sng" dirty="0"/>
                <a:t>8</a:t>
              </a:r>
            </a:p>
            <a:p>
              <a:pPr algn="r"/>
              <a:r>
                <a:rPr lang="it-IT" u="sng" dirty="0"/>
                <a:t>3</a:t>
              </a:r>
            </a:p>
            <a:p>
              <a:pPr algn="r"/>
              <a:r>
                <a:rPr lang="it-IT" u="sng" dirty="0"/>
                <a:t>10</a:t>
              </a:r>
            </a:p>
            <a:p>
              <a:pPr algn="r"/>
              <a:r>
                <a:rPr lang="it-IT" u="sng" dirty="0"/>
                <a:t>4</a:t>
              </a:r>
            </a:p>
            <a:p>
              <a:pPr algn="r"/>
              <a:r>
                <a:rPr lang="it-IT" u="sng" dirty="0"/>
                <a:t>9</a:t>
              </a:r>
            </a:p>
            <a:p>
              <a:pPr algn="r"/>
              <a:endParaRPr lang="it-IT" u="sng" dirty="0"/>
            </a:p>
            <a:p>
              <a:endParaRPr lang="it-IT" dirty="0"/>
            </a:p>
          </p:txBody>
        </p:sp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4C033506-A684-DD6C-8B0D-F7B4939E709B}"/>
                </a:ext>
              </a:extLst>
            </p:cNvPr>
            <p:cNvGrpSpPr/>
            <p:nvPr/>
          </p:nvGrpSpPr>
          <p:grpSpPr>
            <a:xfrm>
              <a:off x="4400949" y="4132065"/>
              <a:ext cx="212724" cy="273050"/>
              <a:chOff x="2178050" y="3498850"/>
              <a:chExt cx="158750" cy="152400"/>
            </a:xfrm>
          </p:grpSpPr>
          <p:cxnSp>
            <p:nvCxnSpPr>
              <p:cNvPr id="10" name="Connettore diritto 9">
                <a:extLst>
                  <a:ext uri="{FF2B5EF4-FFF2-40B4-BE49-F238E27FC236}">
                    <a16:creationId xmlns:a16="http://schemas.microsoft.com/office/drawing/2014/main" id="{E15E421A-4C6D-32C4-1FEF-92E29129E350}"/>
                  </a:ext>
                </a:extLst>
              </p:cNvPr>
              <p:cNvCxnSpPr/>
              <p:nvPr/>
            </p:nvCxnSpPr>
            <p:spPr>
              <a:xfrm>
                <a:off x="2184400" y="3498850"/>
                <a:ext cx="152400" cy="0"/>
              </a:xfrm>
              <a:prstGeom prst="line">
                <a:avLst/>
              </a:prstGeom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ttore diritto 10">
                <a:extLst>
                  <a:ext uri="{FF2B5EF4-FFF2-40B4-BE49-F238E27FC236}">
                    <a16:creationId xmlns:a16="http://schemas.microsoft.com/office/drawing/2014/main" id="{4FB1B050-1F33-1C61-F262-535EF20329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6800" y="3498850"/>
                <a:ext cx="0" cy="152400"/>
              </a:xfrm>
              <a:prstGeom prst="line">
                <a:avLst/>
              </a:prstGeom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nettore diritto 11">
                <a:extLst>
                  <a:ext uri="{FF2B5EF4-FFF2-40B4-BE49-F238E27FC236}">
                    <a16:creationId xmlns:a16="http://schemas.microsoft.com/office/drawing/2014/main" id="{911B9C69-1E96-CD3C-F859-C91B733F88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8050" y="3651250"/>
                <a:ext cx="152400" cy="0"/>
              </a:xfrm>
              <a:prstGeom prst="line">
                <a:avLst/>
              </a:prstGeom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E6C0C5F7-4B60-1D13-304D-C4E51752558F}"/>
                </a:ext>
              </a:extLst>
            </p:cNvPr>
            <p:cNvSpPr txBox="1"/>
            <p:nvPr/>
          </p:nvSpPr>
          <p:spPr>
            <a:xfrm>
              <a:off x="7910674" y="1801218"/>
              <a:ext cx="1385724" cy="258532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it-IT" dirty="0"/>
                <a:t>Fili LC:</a:t>
              </a:r>
            </a:p>
            <a:p>
              <a:endParaRPr lang="it-IT" dirty="0"/>
            </a:p>
            <a:p>
              <a:r>
                <a:rPr lang="it-IT" u="sng" dirty="0"/>
                <a:t>Nero</a:t>
              </a:r>
            </a:p>
            <a:p>
              <a:r>
                <a:rPr lang="it-IT" u="sng" dirty="0"/>
                <a:t>Marrone</a:t>
              </a:r>
            </a:p>
            <a:p>
              <a:r>
                <a:rPr lang="it-IT" u="sng" dirty="0"/>
                <a:t>Verde</a:t>
              </a:r>
            </a:p>
            <a:p>
              <a:r>
                <a:rPr lang="it-IT" u="sng" dirty="0"/>
                <a:t>Blu</a:t>
              </a:r>
            </a:p>
            <a:p>
              <a:r>
                <a:rPr lang="it-IT" u="sng" dirty="0"/>
                <a:t>Rosso</a:t>
              </a:r>
            </a:p>
            <a:p>
              <a:r>
                <a:rPr lang="it-IT" u="sng" dirty="0"/>
                <a:t>Bianco</a:t>
              </a:r>
            </a:p>
            <a:p>
              <a:endParaRPr lang="it-IT" u="sng" dirty="0"/>
            </a:p>
          </p:txBody>
        </p:sp>
        <p:cxnSp>
          <p:nvCxnSpPr>
            <p:cNvPr id="16" name="Connettore diritto 15">
              <a:extLst>
                <a:ext uri="{FF2B5EF4-FFF2-40B4-BE49-F238E27FC236}">
                  <a16:creationId xmlns:a16="http://schemas.microsoft.com/office/drawing/2014/main" id="{069157DB-5361-B506-DB20-033C3D46B68D}"/>
                </a:ext>
              </a:extLst>
            </p:cNvPr>
            <p:cNvCxnSpPr>
              <a:cxnSpLocks/>
            </p:cNvCxnSpPr>
            <p:nvPr/>
          </p:nvCxnSpPr>
          <p:spPr>
            <a:xfrm>
              <a:off x="4450536" y="3561696"/>
              <a:ext cx="3521692" cy="516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diritto 17">
              <a:extLst>
                <a:ext uri="{FF2B5EF4-FFF2-40B4-BE49-F238E27FC236}">
                  <a16:creationId xmlns:a16="http://schemas.microsoft.com/office/drawing/2014/main" id="{2C7C8457-D71C-DF77-69FE-BD8D9C315148}"/>
                </a:ext>
              </a:extLst>
            </p:cNvPr>
            <p:cNvCxnSpPr>
              <a:cxnSpLocks/>
            </p:cNvCxnSpPr>
            <p:nvPr/>
          </p:nvCxnSpPr>
          <p:spPr>
            <a:xfrm>
              <a:off x="4409458" y="2451835"/>
              <a:ext cx="3521692" cy="769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diritto 20">
              <a:extLst>
                <a:ext uri="{FF2B5EF4-FFF2-40B4-BE49-F238E27FC236}">
                  <a16:creationId xmlns:a16="http://schemas.microsoft.com/office/drawing/2014/main" id="{312B4CA7-3503-76C7-E50F-C845F7111D82}"/>
                </a:ext>
              </a:extLst>
            </p:cNvPr>
            <p:cNvCxnSpPr>
              <a:cxnSpLocks/>
            </p:cNvCxnSpPr>
            <p:nvPr/>
          </p:nvCxnSpPr>
          <p:spPr>
            <a:xfrm>
              <a:off x="4450536" y="3018107"/>
              <a:ext cx="3463723" cy="5462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ttore diritto 5">
              <a:extLst>
                <a:ext uri="{FF2B5EF4-FFF2-40B4-BE49-F238E27FC236}">
                  <a16:creationId xmlns:a16="http://schemas.microsoft.com/office/drawing/2014/main" id="{2B2BF812-7FFA-E8A6-EA68-82C009FAA76C}"/>
                </a:ext>
              </a:extLst>
            </p:cNvPr>
            <p:cNvCxnSpPr>
              <a:cxnSpLocks/>
            </p:cNvCxnSpPr>
            <p:nvPr/>
          </p:nvCxnSpPr>
          <p:spPr>
            <a:xfrm>
              <a:off x="4450536" y="2766340"/>
              <a:ext cx="3521692" cy="54620"/>
            </a:xfrm>
            <a:prstGeom prst="lin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diritto 18">
              <a:extLst>
                <a:ext uri="{FF2B5EF4-FFF2-40B4-BE49-F238E27FC236}">
                  <a16:creationId xmlns:a16="http://schemas.microsoft.com/office/drawing/2014/main" id="{7CA2393E-5B6A-501C-0A64-E546074748F7}"/>
                </a:ext>
              </a:extLst>
            </p:cNvPr>
            <p:cNvCxnSpPr>
              <a:cxnSpLocks/>
            </p:cNvCxnSpPr>
            <p:nvPr/>
          </p:nvCxnSpPr>
          <p:spPr>
            <a:xfrm>
              <a:off x="4438442" y="3311939"/>
              <a:ext cx="3463723" cy="54620"/>
            </a:xfrm>
            <a:prstGeom prst="line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diritto 23">
              <a:extLst>
                <a:ext uri="{FF2B5EF4-FFF2-40B4-BE49-F238E27FC236}">
                  <a16:creationId xmlns:a16="http://schemas.microsoft.com/office/drawing/2014/main" id="{F63BDB28-8CE0-6F7D-B82B-C26294DF51D4}"/>
                </a:ext>
              </a:extLst>
            </p:cNvPr>
            <p:cNvCxnSpPr>
              <a:cxnSpLocks/>
            </p:cNvCxnSpPr>
            <p:nvPr/>
          </p:nvCxnSpPr>
          <p:spPr>
            <a:xfrm>
              <a:off x="4450536" y="3842924"/>
              <a:ext cx="3521692" cy="51662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Immagine 26">
            <a:extLst>
              <a:ext uri="{FF2B5EF4-FFF2-40B4-BE49-F238E27FC236}">
                <a16:creationId xmlns:a16="http://schemas.microsoft.com/office/drawing/2014/main" id="{C60E1019-ABAE-D273-62B6-08EE62701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662" y="1011636"/>
            <a:ext cx="2426700" cy="16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212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189F8-5EC8-7698-D71B-9392970A6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1CB86E19-2AB4-A688-9829-8B81016FFC7C}"/>
              </a:ext>
            </a:extLst>
          </p:cNvPr>
          <p:cNvSpPr txBox="1"/>
          <p:nvPr/>
        </p:nvSpPr>
        <p:spPr>
          <a:xfrm>
            <a:off x="444500" y="336550"/>
            <a:ext cx="7226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Interfaccia del banco per Enrichetto:</a:t>
            </a:r>
          </a:p>
          <a:p>
            <a:r>
              <a:rPr lang="it-IT" dirty="0"/>
              <a:t>Interno</a:t>
            </a:r>
          </a:p>
          <a:p>
            <a:r>
              <a:rPr lang="it-IT" sz="900" dirty="0"/>
              <a:t>Linea 24 V positiva sempre linea continua rossa;</a:t>
            </a:r>
          </a:p>
          <a:p>
            <a:r>
              <a:rPr lang="it-IT" sz="900" dirty="0"/>
              <a:t>Linea 24V negativa sempre linea continua nera</a:t>
            </a:r>
          </a:p>
          <a:p>
            <a:r>
              <a:rPr lang="it-IT" sz="900" dirty="0"/>
              <a:t>Linea 12 V positiva sempre tratto rosso</a:t>
            </a:r>
          </a:p>
          <a:p>
            <a:r>
              <a:rPr lang="it-IT" sz="900" dirty="0"/>
              <a:t>Linea 12 V negativa sempre tratto nero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C2584AB-5830-3163-1789-A0C0FB982AB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4500" y="1670050"/>
            <a:ext cx="14859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Alimentatore</a:t>
            </a:r>
          </a:p>
          <a:p>
            <a:r>
              <a:rPr lang="it-IT" dirty="0"/>
              <a:t>24 V</a:t>
            </a:r>
          </a:p>
          <a:p>
            <a:endParaRPr lang="it-IT" dirty="0"/>
          </a:p>
          <a:p>
            <a:endParaRPr lang="it-IT" dirty="0"/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093AB5C6-3F69-A2CD-5C20-FCA2DB1CE70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74850" y="1917700"/>
            <a:ext cx="7664450" cy="444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FCA9A063-7ADD-C6E1-EE7B-6F6A20F2E52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74850" y="2355850"/>
            <a:ext cx="7664450" cy="4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magine 8">
            <a:extLst>
              <a:ext uri="{FF2B5EF4-FFF2-40B4-BE49-F238E27FC236}">
                <a16:creationId xmlns:a16="http://schemas.microsoft.com/office/drawing/2014/main" id="{006F765B-EBCC-026E-E9A6-3644F6B216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4314653" y="3743143"/>
            <a:ext cx="2457793" cy="2610214"/>
          </a:xfrm>
          <a:prstGeom prst="rect">
            <a:avLst/>
          </a:prstGeom>
        </p:spPr>
      </p:pic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12A68120-CDAF-51F3-B9E9-93B3D56C546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784850" y="1930400"/>
            <a:ext cx="0" cy="22288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9B0CC710-4E1E-8337-3A7C-4E8D350524E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651500" y="2378075"/>
            <a:ext cx="0" cy="178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CA926DC-C730-A1C8-A172-6A28956870E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5277" y="3070225"/>
            <a:ext cx="1308100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DB15 Cella di carico</a:t>
            </a:r>
          </a:p>
          <a:p>
            <a:r>
              <a:rPr lang="it-IT" dirty="0"/>
              <a:t>femmina:</a:t>
            </a:r>
          </a:p>
          <a:p>
            <a:pPr algn="r"/>
            <a:r>
              <a:rPr lang="it-IT" u="sng" dirty="0"/>
              <a:t>2</a:t>
            </a:r>
          </a:p>
          <a:p>
            <a:pPr algn="r"/>
            <a:r>
              <a:rPr lang="it-IT" u="sng" dirty="0"/>
              <a:t>7</a:t>
            </a:r>
          </a:p>
          <a:p>
            <a:pPr algn="r"/>
            <a:r>
              <a:rPr lang="it-IT" u="sng" dirty="0"/>
              <a:t>5</a:t>
            </a:r>
          </a:p>
          <a:p>
            <a:pPr algn="r"/>
            <a:r>
              <a:rPr lang="it-IT" u="sng" dirty="0"/>
              <a:t>3</a:t>
            </a:r>
          </a:p>
          <a:p>
            <a:pPr algn="r"/>
            <a:r>
              <a:rPr lang="it-IT" u="sng" dirty="0"/>
              <a:t>8</a:t>
            </a:r>
          </a:p>
          <a:p>
            <a:pPr algn="r"/>
            <a:r>
              <a:rPr lang="it-IT" u="sng" dirty="0"/>
              <a:t>10</a:t>
            </a:r>
          </a:p>
          <a:p>
            <a:endParaRPr lang="it-IT" dirty="0"/>
          </a:p>
        </p:txBody>
      </p: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D0D260F1-ADDB-9CFD-B2C6-D2274514A946}"/>
              </a:ext>
            </a:extLst>
          </p:cNvPr>
          <p:cNvGrpSpPr/>
          <p:nvPr/>
        </p:nvGrpSpPr>
        <p:grpSpPr>
          <a:xfrm>
            <a:off x="1654002" y="4083050"/>
            <a:ext cx="212724" cy="273050"/>
            <a:chOff x="2178050" y="3498850"/>
            <a:chExt cx="158750" cy="152400"/>
          </a:xfrm>
        </p:grpSpPr>
        <p:cxnSp>
          <p:nvCxnSpPr>
            <p:cNvPr id="20" name="Connettore diritto 19">
              <a:extLst>
                <a:ext uri="{FF2B5EF4-FFF2-40B4-BE49-F238E27FC236}">
                  <a16:creationId xmlns:a16="http://schemas.microsoft.com/office/drawing/2014/main" id="{1BF27CFC-566E-D693-636F-237B31126E44}"/>
                </a:ext>
              </a:extLst>
            </p:cNvPr>
            <p:cNvCxnSpPr/>
            <p:nvPr/>
          </p:nvCxnSpPr>
          <p:spPr>
            <a:xfrm>
              <a:off x="2184400" y="3498850"/>
              <a:ext cx="152400" cy="0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diritto 20">
              <a:extLst>
                <a:ext uri="{FF2B5EF4-FFF2-40B4-BE49-F238E27FC236}">
                  <a16:creationId xmlns:a16="http://schemas.microsoft.com/office/drawing/2014/main" id="{38DD01A1-0590-608A-79DB-BC0A61C114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6800" y="3498850"/>
              <a:ext cx="0" cy="152400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diritto 22">
              <a:extLst>
                <a:ext uri="{FF2B5EF4-FFF2-40B4-BE49-F238E27FC236}">
                  <a16:creationId xmlns:a16="http://schemas.microsoft.com/office/drawing/2014/main" id="{7F146A80-1D06-3A27-BCE9-481BBD4AD7A3}"/>
                </a:ext>
              </a:extLst>
            </p:cNvPr>
            <p:cNvCxnSpPr>
              <a:cxnSpLocks/>
            </p:cNvCxnSpPr>
            <p:nvPr/>
          </p:nvCxnSpPr>
          <p:spPr>
            <a:xfrm>
              <a:off x="2178050" y="3651250"/>
              <a:ext cx="152400" cy="0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53041F3A-69D6-B7CF-EFD8-E8AE3AC0FF9A}"/>
              </a:ext>
            </a:extLst>
          </p:cNvPr>
          <p:cNvGrpSpPr/>
          <p:nvPr/>
        </p:nvGrpSpPr>
        <p:grpSpPr>
          <a:xfrm>
            <a:off x="1645493" y="4914900"/>
            <a:ext cx="212724" cy="273050"/>
            <a:chOff x="2178050" y="3498850"/>
            <a:chExt cx="158750" cy="152400"/>
          </a:xfrm>
        </p:grpSpPr>
        <p:cxnSp>
          <p:nvCxnSpPr>
            <p:cNvPr id="28" name="Connettore diritto 27">
              <a:extLst>
                <a:ext uri="{FF2B5EF4-FFF2-40B4-BE49-F238E27FC236}">
                  <a16:creationId xmlns:a16="http://schemas.microsoft.com/office/drawing/2014/main" id="{3CAEA03A-536F-F9E6-5074-08E463AB5F29}"/>
                </a:ext>
              </a:extLst>
            </p:cNvPr>
            <p:cNvCxnSpPr/>
            <p:nvPr/>
          </p:nvCxnSpPr>
          <p:spPr>
            <a:xfrm>
              <a:off x="2184400" y="3498850"/>
              <a:ext cx="152400" cy="0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diritto 29">
              <a:extLst>
                <a:ext uri="{FF2B5EF4-FFF2-40B4-BE49-F238E27FC236}">
                  <a16:creationId xmlns:a16="http://schemas.microsoft.com/office/drawing/2014/main" id="{D1677534-B918-F96D-803F-AD995EB0B4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6800" y="3498850"/>
              <a:ext cx="0" cy="152400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diritto 30">
              <a:extLst>
                <a:ext uri="{FF2B5EF4-FFF2-40B4-BE49-F238E27FC236}">
                  <a16:creationId xmlns:a16="http://schemas.microsoft.com/office/drawing/2014/main" id="{69DED9C7-50E9-61D3-05B3-502E6C1B2509}"/>
                </a:ext>
              </a:extLst>
            </p:cNvPr>
            <p:cNvCxnSpPr>
              <a:cxnSpLocks/>
            </p:cNvCxnSpPr>
            <p:nvPr/>
          </p:nvCxnSpPr>
          <p:spPr>
            <a:xfrm>
              <a:off x="2178050" y="3651250"/>
              <a:ext cx="152400" cy="0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0BE60BA1-8FEF-C352-EA0B-03FE9A878A15}"/>
              </a:ext>
            </a:extLst>
          </p:cNvPr>
          <p:cNvCxnSpPr/>
          <p:nvPr/>
        </p:nvCxnSpPr>
        <p:spPr>
          <a:xfrm>
            <a:off x="1858217" y="4083050"/>
            <a:ext cx="33888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4EF215F1-31CB-A827-07C7-6A458B5C41D5}"/>
              </a:ext>
            </a:extLst>
          </p:cNvPr>
          <p:cNvCxnSpPr>
            <a:cxnSpLocks/>
          </p:cNvCxnSpPr>
          <p:nvPr/>
        </p:nvCxnSpPr>
        <p:spPr>
          <a:xfrm flipV="1">
            <a:off x="2197100" y="2825750"/>
            <a:ext cx="0" cy="12573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629301AE-C8EB-2945-070C-011D4232C66B}"/>
              </a:ext>
            </a:extLst>
          </p:cNvPr>
          <p:cNvCxnSpPr>
            <a:cxnSpLocks/>
          </p:cNvCxnSpPr>
          <p:nvPr/>
        </p:nvCxnSpPr>
        <p:spPr>
          <a:xfrm>
            <a:off x="2197100" y="2825750"/>
            <a:ext cx="315595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diritto 38">
            <a:extLst>
              <a:ext uri="{FF2B5EF4-FFF2-40B4-BE49-F238E27FC236}">
                <a16:creationId xmlns:a16="http://schemas.microsoft.com/office/drawing/2014/main" id="{658462F7-2A03-4AEA-3F61-F3F1A8DFB143}"/>
              </a:ext>
            </a:extLst>
          </p:cNvPr>
          <p:cNvCxnSpPr>
            <a:cxnSpLocks/>
          </p:cNvCxnSpPr>
          <p:nvPr/>
        </p:nvCxnSpPr>
        <p:spPr>
          <a:xfrm flipV="1">
            <a:off x="5353050" y="2825750"/>
            <a:ext cx="0" cy="13335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diritto 46">
            <a:extLst>
              <a:ext uri="{FF2B5EF4-FFF2-40B4-BE49-F238E27FC236}">
                <a16:creationId xmlns:a16="http://schemas.microsoft.com/office/drawing/2014/main" id="{1BA2723F-9466-A732-85A9-01E76E654639}"/>
              </a:ext>
            </a:extLst>
          </p:cNvPr>
          <p:cNvCxnSpPr/>
          <p:nvPr/>
        </p:nvCxnSpPr>
        <p:spPr>
          <a:xfrm>
            <a:off x="1662511" y="4629150"/>
            <a:ext cx="71238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diritto 47">
            <a:extLst>
              <a:ext uri="{FF2B5EF4-FFF2-40B4-BE49-F238E27FC236}">
                <a16:creationId xmlns:a16="http://schemas.microsoft.com/office/drawing/2014/main" id="{CDCE0326-0D22-E798-BAF2-5114BEE78CB8}"/>
              </a:ext>
            </a:extLst>
          </p:cNvPr>
          <p:cNvCxnSpPr>
            <a:cxnSpLocks/>
          </p:cNvCxnSpPr>
          <p:nvPr/>
        </p:nvCxnSpPr>
        <p:spPr>
          <a:xfrm flipV="1">
            <a:off x="2374900" y="3070225"/>
            <a:ext cx="0" cy="15589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diritto 49">
            <a:extLst>
              <a:ext uri="{FF2B5EF4-FFF2-40B4-BE49-F238E27FC236}">
                <a16:creationId xmlns:a16="http://schemas.microsoft.com/office/drawing/2014/main" id="{8F942B5F-CB8A-7688-AFF0-021FD8051FC9}"/>
              </a:ext>
            </a:extLst>
          </p:cNvPr>
          <p:cNvCxnSpPr>
            <a:cxnSpLocks/>
          </p:cNvCxnSpPr>
          <p:nvPr/>
        </p:nvCxnSpPr>
        <p:spPr>
          <a:xfrm>
            <a:off x="2374900" y="3070225"/>
            <a:ext cx="266382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diritto 51">
            <a:extLst>
              <a:ext uri="{FF2B5EF4-FFF2-40B4-BE49-F238E27FC236}">
                <a16:creationId xmlns:a16="http://schemas.microsoft.com/office/drawing/2014/main" id="{940D8106-477C-E6D6-D99C-59DE04CACBC4}"/>
              </a:ext>
            </a:extLst>
          </p:cNvPr>
          <p:cNvCxnSpPr>
            <a:cxnSpLocks/>
          </p:cNvCxnSpPr>
          <p:nvPr/>
        </p:nvCxnSpPr>
        <p:spPr>
          <a:xfrm>
            <a:off x="5038725" y="3070225"/>
            <a:ext cx="0" cy="10890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diritto 58">
            <a:extLst>
              <a:ext uri="{FF2B5EF4-FFF2-40B4-BE49-F238E27FC236}">
                <a16:creationId xmlns:a16="http://schemas.microsoft.com/office/drawing/2014/main" id="{6A87DE83-8280-C9A2-AB45-7081569F11BD}"/>
              </a:ext>
            </a:extLst>
          </p:cNvPr>
          <p:cNvCxnSpPr>
            <a:cxnSpLocks/>
          </p:cNvCxnSpPr>
          <p:nvPr/>
        </p:nvCxnSpPr>
        <p:spPr>
          <a:xfrm>
            <a:off x="1866726" y="4914900"/>
            <a:ext cx="3619674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diritto 60">
            <a:extLst>
              <a:ext uri="{FF2B5EF4-FFF2-40B4-BE49-F238E27FC236}">
                <a16:creationId xmlns:a16="http://schemas.microsoft.com/office/drawing/2014/main" id="{ED238A64-6006-D9F5-FF8F-8F7B77004536}"/>
              </a:ext>
            </a:extLst>
          </p:cNvPr>
          <p:cNvCxnSpPr>
            <a:cxnSpLocks/>
          </p:cNvCxnSpPr>
          <p:nvPr/>
        </p:nvCxnSpPr>
        <p:spPr>
          <a:xfrm>
            <a:off x="5486400" y="4286250"/>
            <a:ext cx="0" cy="62865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ttore diritto 63">
            <a:extLst>
              <a:ext uri="{FF2B5EF4-FFF2-40B4-BE49-F238E27FC236}">
                <a16:creationId xmlns:a16="http://schemas.microsoft.com/office/drawing/2014/main" id="{561360F7-07E0-9BE3-AA7F-09D9894B4855}"/>
              </a:ext>
            </a:extLst>
          </p:cNvPr>
          <p:cNvCxnSpPr/>
          <p:nvPr/>
        </p:nvCxnSpPr>
        <p:spPr>
          <a:xfrm>
            <a:off x="1675211" y="5461000"/>
            <a:ext cx="3506389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diritto 65">
            <a:extLst>
              <a:ext uri="{FF2B5EF4-FFF2-40B4-BE49-F238E27FC236}">
                <a16:creationId xmlns:a16="http://schemas.microsoft.com/office/drawing/2014/main" id="{A7935D76-F398-069A-09E5-0E06AE98D053}"/>
              </a:ext>
            </a:extLst>
          </p:cNvPr>
          <p:cNvCxnSpPr>
            <a:cxnSpLocks/>
          </p:cNvCxnSpPr>
          <p:nvPr/>
        </p:nvCxnSpPr>
        <p:spPr>
          <a:xfrm flipV="1">
            <a:off x="5194300" y="4260850"/>
            <a:ext cx="0" cy="122555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Immagine 70">
            <a:extLst>
              <a:ext uri="{FF2B5EF4-FFF2-40B4-BE49-F238E27FC236}">
                <a16:creationId xmlns:a16="http://schemas.microsoft.com/office/drawing/2014/main" id="{378059E9-11A6-D70F-C9FD-116DA6136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0151" y="2601706"/>
            <a:ext cx="1171739" cy="2962688"/>
          </a:xfrm>
          <a:prstGeom prst="rect">
            <a:avLst/>
          </a:prstGeom>
        </p:spPr>
      </p:pic>
      <p:sp>
        <p:nvSpPr>
          <p:cNvPr id="75" name="Figura a mano libera: forma 74">
            <a:extLst>
              <a:ext uri="{FF2B5EF4-FFF2-40B4-BE49-F238E27FC236}">
                <a16:creationId xmlns:a16="http://schemas.microsoft.com/office/drawing/2014/main" id="{BF1C171E-39E0-6D38-60D4-7E9AB47C9448}"/>
              </a:ext>
            </a:extLst>
          </p:cNvPr>
          <p:cNvSpPr/>
          <p:nvPr/>
        </p:nvSpPr>
        <p:spPr>
          <a:xfrm>
            <a:off x="4610100" y="4181475"/>
            <a:ext cx="6169023" cy="1477272"/>
          </a:xfrm>
          <a:custGeom>
            <a:avLst/>
            <a:gdLst>
              <a:gd name="connsiteX0" fmla="*/ 0 w 6184948"/>
              <a:gd name="connsiteY0" fmla="*/ 0 h 1606550"/>
              <a:gd name="connsiteX1" fmla="*/ 12700 w 6184948"/>
              <a:gd name="connsiteY1" fmla="*/ 31750 h 1606550"/>
              <a:gd name="connsiteX2" fmla="*/ 38100 w 6184948"/>
              <a:gd name="connsiteY2" fmla="*/ 177800 h 1606550"/>
              <a:gd name="connsiteX3" fmla="*/ 50800 w 6184948"/>
              <a:gd name="connsiteY3" fmla="*/ 254000 h 1606550"/>
              <a:gd name="connsiteX4" fmla="*/ 69850 w 6184948"/>
              <a:gd name="connsiteY4" fmla="*/ 349250 h 1606550"/>
              <a:gd name="connsiteX5" fmla="*/ 88900 w 6184948"/>
              <a:gd name="connsiteY5" fmla="*/ 381000 h 1606550"/>
              <a:gd name="connsiteX6" fmla="*/ 107950 w 6184948"/>
              <a:gd name="connsiteY6" fmla="*/ 425450 h 1606550"/>
              <a:gd name="connsiteX7" fmla="*/ 139700 w 6184948"/>
              <a:gd name="connsiteY7" fmla="*/ 463550 h 1606550"/>
              <a:gd name="connsiteX8" fmla="*/ 603250 w 6184948"/>
              <a:gd name="connsiteY8" fmla="*/ 844550 h 1606550"/>
              <a:gd name="connsiteX9" fmla="*/ 1346200 w 6184948"/>
              <a:gd name="connsiteY9" fmla="*/ 1225550 h 1606550"/>
              <a:gd name="connsiteX10" fmla="*/ 2349500 w 6184948"/>
              <a:gd name="connsiteY10" fmla="*/ 1562100 h 1606550"/>
              <a:gd name="connsiteX11" fmla="*/ 2940050 w 6184948"/>
              <a:gd name="connsiteY11" fmla="*/ 1606550 h 1606550"/>
              <a:gd name="connsiteX12" fmla="*/ 3810000 w 6184948"/>
              <a:gd name="connsiteY12" fmla="*/ 1587500 h 1606550"/>
              <a:gd name="connsiteX13" fmla="*/ 4241800 w 6184948"/>
              <a:gd name="connsiteY13" fmla="*/ 1581150 h 1606550"/>
              <a:gd name="connsiteX14" fmla="*/ 4508500 w 6184948"/>
              <a:gd name="connsiteY14" fmla="*/ 1574800 h 1606550"/>
              <a:gd name="connsiteX15" fmla="*/ 4883150 w 6184948"/>
              <a:gd name="connsiteY15" fmla="*/ 1568450 h 1606550"/>
              <a:gd name="connsiteX16" fmla="*/ 5156200 w 6184948"/>
              <a:gd name="connsiteY16" fmla="*/ 1555750 h 1606550"/>
              <a:gd name="connsiteX17" fmla="*/ 5499100 w 6184948"/>
              <a:gd name="connsiteY17" fmla="*/ 1511300 h 1606550"/>
              <a:gd name="connsiteX18" fmla="*/ 5645150 w 6184948"/>
              <a:gd name="connsiteY18" fmla="*/ 1479550 h 1606550"/>
              <a:gd name="connsiteX19" fmla="*/ 5765800 w 6184948"/>
              <a:gd name="connsiteY19" fmla="*/ 1435100 h 1606550"/>
              <a:gd name="connsiteX20" fmla="*/ 5918200 w 6184948"/>
              <a:gd name="connsiteY20" fmla="*/ 1352550 h 1606550"/>
              <a:gd name="connsiteX21" fmla="*/ 6000750 w 6184948"/>
              <a:gd name="connsiteY21" fmla="*/ 1276350 h 1606550"/>
              <a:gd name="connsiteX22" fmla="*/ 6019800 w 6184948"/>
              <a:gd name="connsiteY22" fmla="*/ 1231900 h 1606550"/>
              <a:gd name="connsiteX23" fmla="*/ 6038850 w 6184948"/>
              <a:gd name="connsiteY23" fmla="*/ 1206500 h 1606550"/>
              <a:gd name="connsiteX24" fmla="*/ 6045200 w 6184948"/>
              <a:gd name="connsiteY24" fmla="*/ 1174750 h 1606550"/>
              <a:gd name="connsiteX25" fmla="*/ 6070600 w 6184948"/>
              <a:gd name="connsiteY25" fmla="*/ 1136650 h 1606550"/>
              <a:gd name="connsiteX26" fmla="*/ 6127750 w 6184948"/>
              <a:gd name="connsiteY26" fmla="*/ 1047750 h 1606550"/>
              <a:gd name="connsiteX27" fmla="*/ 6146800 w 6184948"/>
              <a:gd name="connsiteY27" fmla="*/ 1003300 h 1606550"/>
              <a:gd name="connsiteX28" fmla="*/ 6153150 w 6184948"/>
              <a:gd name="connsiteY28" fmla="*/ 984250 h 1606550"/>
              <a:gd name="connsiteX29" fmla="*/ 6178550 w 6184948"/>
              <a:gd name="connsiteY29" fmla="*/ 939800 h 1606550"/>
              <a:gd name="connsiteX30" fmla="*/ 6184900 w 6184948"/>
              <a:gd name="connsiteY30" fmla="*/ 901700 h 160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184948" h="1606550">
                <a:moveTo>
                  <a:pt x="0" y="0"/>
                </a:moveTo>
                <a:cubicBezTo>
                  <a:pt x="4233" y="10583"/>
                  <a:pt x="9569" y="20790"/>
                  <a:pt x="12700" y="31750"/>
                </a:cubicBezTo>
                <a:cubicBezTo>
                  <a:pt x="27176" y="82414"/>
                  <a:pt x="29877" y="124354"/>
                  <a:pt x="38100" y="177800"/>
                </a:cubicBezTo>
                <a:cubicBezTo>
                  <a:pt x="42016" y="203251"/>
                  <a:pt x="46784" y="228565"/>
                  <a:pt x="50800" y="254000"/>
                </a:cubicBezTo>
                <a:cubicBezTo>
                  <a:pt x="55942" y="286566"/>
                  <a:pt x="57807" y="317939"/>
                  <a:pt x="69850" y="349250"/>
                </a:cubicBezTo>
                <a:cubicBezTo>
                  <a:pt x="74281" y="360770"/>
                  <a:pt x="83380" y="369961"/>
                  <a:pt x="88900" y="381000"/>
                </a:cubicBezTo>
                <a:cubicBezTo>
                  <a:pt x="96109" y="395418"/>
                  <a:pt x="99502" y="411721"/>
                  <a:pt x="107950" y="425450"/>
                </a:cubicBezTo>
                <a:cubicBezTo>
                  <a:pt x="116614" y="439529"/>
                  <a:pt x="127640" y="452243"/>
                  <a:pt x="139700" y="463550"/>
                </a:cubicBezTo>
                <a:cubicBezTo>
                  <a:pt x="273369" y="588865"/>
                  <a:pt x="461447" y="745440"/>
                  <a:pt x="603250" y="844550"/>
                </a:cubicBezTo>
                <a:cubicBezTo>
                  <a:pt x="873347" y="1033327"/>
                  <a:pt x="1025291" y="1092907"/>
                  <a:pt x="1346200" y="1225550"/>
                </a:cubicBezTo>
                <a:cubicBezTo>
                  <a:pt x="1670513" y="1359599"/>
                  <a:pt x="2004019" y="1490972"/>
                  <a:pt x="2349500" y="1562100"/>
                </a:cubicBezTo>
                <a:cubicBezTo>
                  <a:pt x="2536161" y="1600530"/>
                  <a:pt x="2747769" y="1601056"/>
                  <a:pt x="2940050" y="1606550"/>
                </a:cubicBezTo>
                <a:lnTo>
                  <a:pt x="3810000" y="1587500"/>
                </a:lnTo>
                <a:lnTo>
                  <a:pt x="4241800" y="1581150"/>
                </a:lnTo>
                <a:lnTo>
                  <a:pt x="4508500" y="1574800"/>
                </a:lnTo>
                <a:lnTo>
                  <a:pt x="4883150" y="1568450"/>
                </a:lnTo>
                <a:cubicBezTo>
                  <a:pt x="4974167" y="1564217"/>
                  <a:pt x="5065310" y="1562151"/>
                  <a:pt x="5156200" y="1555750"/>
                </a:cubicBezTo>
                <a:cubicBezTo>
                  <a:pt x="5250605" y="1549102"/>
                  <a:pt x="5404709" y="1528637"/>
                  <a:pt x="5499100" y="1511300"/>
                </a:cubicBezTo>
                <a:cubicBezTo>
                  <a:pt x="5548101" y="1502300"/>
                  <a:pt x="5597246" y="1493237"/>
                  <a:pt x="5645150" y="1479550"/>
                </a:cubicBezTo>
                <a:cubicBezTo>
                  <a:pt x="5686360" y="1467776"/>
                  <a:pt x="5726092" y="1451231"/>
                  <a:pt x="5765800" y="1435100"/>
                </a:cubicBezTo>
                <a:cubicBezTo>
                  <a:pt x="5810297" y="1417023"/>
                  <a:pt x="5880254" y="1384505"/>
                  <a:pt x="5918200" y="1352550"/>
                </a:cubicBezTo>
                <a:cubicBezTo>
                  <a:pt x="6046140" y="1244811"/>
                  <a:pt x="5913761" y="1328543"/>
                  <a:pt x="6000750" y="1276350"/>
                </a:cubicBezTo>
                <a:cubicBezTo>
                  <a:pt x="6007100" y="1261533"/>
                  <a:pt x="6012081" y="1246052"/>
                  <a:pt x="6019800" y="1231900"/>
                </a:cubicBezTo>
                <a:cubicBezTo>
                  <a:pt x="6024868" y="1222609"/>
                  <a:pt x="6034552" y="1216171"/>
                  <a:pt x="6038850" y="1206500"/>
                </a:cubicBezTo>
                <a:cubicBezTo>
                  <a:pt x="6043233" y="1196637"/>
                  <a:pt x="6040734" y="1184576"/>
                  <a:pt x="6045200" y="1174750"/>
                </a:cubicBezTo>
                <a:cubicBezTo>
                  <a:pt x="6051516" y="1160855"/>
                  <a:pt x="6062747" y="1149738"/>
                  <a:pt x="6070600" y="1136650"/>
                </a:cubicBezTo>
                <a:cubicBezTo>
                  <a:pt x="6114145" y="1064075"/>
                  <a:pt x="6093889" y="1092897"/>
                  <a:pt x="6127750" y="1047750"/>
                </a:cubicBezTo>
                <a:cubicBezTo>
                  <a:pt x="6140966" y="994887"/>
                  <a:pt x="6124874" y="1047153"/>
                  <a:pt x="6146800" y="1003300"/>
                </a:cubicBezTo>
                <a:cubicBezTo>
                  <a:pt x="6149793" y="997313"/>
                  <a:pt x="6150513" y="990402"/>
                  <a:pt x="6153150" y="984250"/>
                </a:cubicBezTo>
                <a:cubicBezTo>
                  <a:pt x="6162818" y="961692"/>
                  <a:pt x="6165795" y="958932"/>
                  <a:pt x="6178550" y="939800"/>
                </a:cubicBezTo>
                <a:cubicBezTo>
                  <a:pt x="6185927" y="910293"/>
                  <a:pt x="6184900" y="923127"/>
                  <a:pt x="6184900" y="901700"/>
                </a:cubicBezTo>
              </a:path>
            </a:pathLst>
          </a:custGeom>
          <a:noFill/>
          <a:ln w="38100">
            <a:solidFill>
              <a:schemeClr val="tx1"/>
            </a:solidFill>
            <a:prstDash val="solid"/>
            <a:headEnd type="diamond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8" name="Figura a mano libera: forma 77">
            <a:extLst>
              <a:ext uri="{FF2B5EF4-FFF2-40B4-BE49-F238E27FC236}">
                <a16:creationId xmlns:a16="http://schemas.microsoft.com/office/drawing/2014/main" id="{8CF8041B-DFE9-BD48-51DF-2C75CBE21C19}"/>
              </a:ext>
            </a:extLst>
          </p:cNvPr>
          <p:cNvSpPr/>
          <p:nvPr/>
        </p:nvSpPr>
        <p:spPr>
          <a:xfrm>
            <a:off x="4710111" y="3133725"/>
            <a:ext cx="5969000" cy="1107893"/>
          </a:xfrm>
          <a:custGeom>
            <a:avLst/>
            <a:gdLst>
              <a:gd name="connsiteX0" fmla="*/ 0 w 5969000"/>
              <a:gd name="connsiteY0" fmla="*/ 1107893 h 1107893"/>
              <a:gd name="connsiteX1" fmla="*/ 31750 w 5969000"/>
              <a:gd name="connsiteY1" fmla="*/ 994486 h 1107893"/>
              <a:gd name="connsiteX2" fmla="*/ 342900 w 5969000"/>
              <a:gd name="connsiteY2" fmla="*/ 732779 h 1107893"/>
              <a:gd name="connsiteX3" fmla="*/ 457200 w 5969000"/>
              <a:gd name="connsiteY3" fmla="*/ 619373 h 1107893"/>
              <a:gd name="connsiteX4" fmla="*/ 539750 w 5969000"/>
              <a:gd name="connsiteY4" fmla="*/ 567031 h 1107893"/>
              <a:gd name="connsiteX5" fmla="*/ 673100 w 5969000"/>
              <a:gd name="connsiteY5" fmla="*/ 453625 h 1107893"/>
              <a:gd name="connsiteX6" fmla="*/ 825500 w 5969000"/>
              <a:gd name="connsiteY6" fmla="*/ 357666 h 1107893"/>
              <a:gd name="connsiteX7" fmla="*/ 1022350 w 5969000"/>
              <a:gd name="connsiteY7" fmla="*/ 252983 h 1107893"/>
              <a:gd name="connsiteX8" fmla="*/ 1143000 w 5969000"/>
              <a:gd name="connsiteY8" fmla="*/ 200642 h 1107893"/>
              <a:gd name="connsiteX9" fmla="*/ 1530350 w 5969000"/>
              <a:gd name="connsiteY9" fmla="*/ 34894 h 1107893"/>
              <a:gd name="connsiteX10" fmla="*/ 1651000 w 5969000"/>
              <a:gd name="connsiteY10" fmla="*/ 17447 h 1107893"/>
              <a:gd name="connsiteX11" fmla="*/ 2057400 w 5969000"/>
              <a:gd name="connsiteY11" fmla="*/ 0 h 1107893"/>
              <a:gd name="connsiteX12" fmla="*/ 3060700 w 5969000"/>
              <a:gd name="connsiteY12" fmla="*/ 8723 h 1107893"/>
              <a:gd name="connsiteX13" fmla="*/ 3130550 w 5969000"/>
              <a:gd name="connsiteY13" fmla="*/ 26170 h 1107893"/>
              <a:gd name="connsiteX14" fmla="*/ 3238500 w 5969000"/>
              <a:gd name="connsiteY14" fmla="*/ 34894 h 1107893"/>
              <a:gd name="connsiteX15" fmla="*/ 3505200 w 5969000"/>
              <a:gd name="connsiteY15" fmla="*/ 52341 h 1107893"/>
              <a:gd name="connsiteX16" fmla="*/ 4083050 w 5969000"/>
              <a:gd name="connsiteY16" fmla="*/ 69788 h 1107893"/>
              <a:gd name="connsiteX17" fmla="*/ 4197350 w 5969000"/>
              <a:gd name="connsiteY17" fmla="*/ 87235 h 1107893"/>
              <a:gd name="connsiteX18" fmla="*/ 4248150 w 5969000"/>
              <a:gd name="connsiteY18" fmla="*/ 104682 h 1107893"/>
              <a:gd name="connsiteX19" fmla="*/ 4305300 w 5969000"/>
              <a:gd name="connsiteY19" fmla="*/ 122129 h 1107893"/>
              <a:gd name="connsiteX20" fmla="*/ 4375150 w 5969000"/>
              <a:gd name="connsiteY20" fmla="*/ 157024 h 1107893"/>
              <a:gd name="connsiteX21" fmla="*/ 4476750 w 5969000"/>
              <a:gd name="connsiteY21" fmla="*/ 200642 h 1107893"/>
              <a:gd name="connsiteX22" fmla="*/ 4527550 w 5969000"/>
              <a:gd name="connsiteY22" fmla="*/ 226812 h 1107893"/>
              <a:gd name="connsiteX23" fmla="*/ 4591050 w 5969000"/>
              <a:gd name="connsiteY23" fmla="*/ 252983 h 1107893"/>
              <a:gd name="connsiteX24" fmla="*/ 4756150 w 5969000"/>
              <a:gd name="connsiteY24" fmla="*/ 331495 h 1107893"/>
              <a:gd name="connsiteX25" fmla="*/ 4819650 w 5969000"/>
              <a:gd name="connsiteY25" fmla="*/ 340219 h 1107893"/>
              <a:gd name="connsiteX26" fmla="*/ 4851400 w 5969000"/>
              <a:gd name="connsiteY26" fmla="*/ 357666 h 1107893"/>
              <a:gd name="connsiteX27" fmla="*/ 4876800 w 5969000"/>
              <a:gd name="connsiteY27" fmla="*/ 366389 h 1107893"/>
              <a:gd name="connsiteX28" fmla="*/ 4908550 w 5969000"/>
              <a:gd name="connsiteY28" fmla="*/ 392560 h 1107893"/>
              <a:gd name="connsiteX29" fmla="*/ 4933950 w 5969000"/>
              <a:gd name="connsiteY29" fmla="*/ 401284 h 1107893"/>
              <a:gd name="connsiteX30" fmla="*/ 5054600 w 5969000"/>
              <a:gd name="connsiteY30" fmla="*/ 427454 h 1107893"/>
              <a:gd name="connsiteX31" fmla="*/ 5429250 w 5969000"/>
              <a:gd name="connsiteY31" fmla="*/ 444901 h 1107893"/>
              <a:gd name="connsiteX32" fmla="*/ 5499100 w 5969000"/>
              <a:gd name="connsiteY32" fmla="*/ 462349 h 1107893"/>
              <a:gd name="connsiteX33" fmla="*/ 5530850 w 5969000"/>
              <a:gd name="connsiteY33" fmla="*/ 471072 h 1107893"/>
              <a:gd name="connsiteX34" fmla="*/ 5556250 w 5969000"/>
              <a:gd name="connsiteY34" fmla="*/ 488519 h 1107893"/>
              <a:gd name="connsiteX35" fmla="*/ 5575300 w 5969000"/>
              <a:gd name="connsiteY35" fmla="*/ 505966 h 1107893"/>
              <a:gd name="connsiteX36" fmla="*/ 5607050 w 5969000"/>
              <a:gd name="connsiteY36" fmla="*/ 514690 h 1107893"/>
              <a:gd name="connsiteX37" fmla="*/ 5632450 w 5969000"/>
              <a:gd name="connsiteY37" fmla="*/ 523414 h 1107893"/>
              <a:gd name="connsiteX38" fmla="*/ 5676900 w 5969000"/>
              <a:gd name="connsiteY38" fmla="*/ 549584 h 1107893"/>
              <a:gd name="connsiteX39" fmla="*/ 5740400 w 5969000"/>
              <a:gd name="connsiteY39" fmla="*/ 567031 h 1107893"/>
              <a:gd name="connsiteX40" fmla="*/ 5759450 w 5969000"/>
              <a:gd name="connsiteY40" fmla="*/ 575755 h 1107893"/>
              <a:gd name="connsiteX41" fmla="*/ 5930900 w 5969000"/>
              <a:gd name="connsiteY41" fmla="*/ 567031 h 1107893"/>
              <a:gd name="connsiteX42" fmla="*/ 5969000 w 5969000"/>
              <a:gd name="connsiteY42" fmla="*/ 549584 h 1107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969000" h="1107893" extrusionOk="0">
                <a:moveTo>
                  <a:pt x="0" y="1107893"/>
                </a:moveTo>
                <a:cubicBezTo>
                  <a:pt x="10447" y="1068472"/>
                  <a:pt x="8595" y="1024860"/>
                  <a:pt x="31750" y="994486"/>
                </a:cubicBezTo>
                <a:cubicBezTo>
                  <a:pt x="183222" y="795263"/>
                  <a:pt x="190726" y="853554"/>
                  <a:pt x="342900" y="732779"/>
                </a:cubicBezTo>
                <a:cubicBezTo>
                  <a:pt x="377457" y="697458"/>
                  <a:pt x="423310" y="655621"/>
                  <a:pt x="457200" y="619373"/>
                </a:cubicBezTo>
                <a:cubicBezTo>
                  <a:pt x="485720" y="594055"/>
                  <a:pt x="511965" y="586176"/>
                  <a:pt x="539750" y="567031"/>
                </a:cubicBezTo>
                <a:cubicBezTo>
                  <a:pt x="816465" y="379725"/>
                  <a:pt x="347073" y="649308"/>
                  <a:pt x="673100" y="453625"/>
                </a:cubicBezTo>
                <a:cubicBezTo>
                  <a:pt x="716353" y="419116"/>
                  <a:pt x="775410" y="393750"/>
                  <a:pt x="825500" y="357666"/>
                </a:cubicBezTo>
                <a:cubicBezTo>
                  <a:pt x="890080" y="324454"/>
                  <a:pt x="956098" y="278719"/>
                  <a:pt x="1022350" y="252983"/>
                </a:cubicBezTo>
                <a:cubicBezTo>
                  <a:pt x="1062939" y="234595"/>
                  <a:pt x="1108408" y="221302"/>
                  <a:pt x="1143000" y="200642"/>
                </a:cubicBezTo>
                <a:cubicBezTo>
                  <a:pt x="1254114" y="150003"/>
                  <a:pt x="1436226" y="54678"/>
                  <a:pt x="1530350" y="34894"/>
                </a:cubicBezTo>
                <a:cubicBezTo>
                  <a:pt x="1576275" y="23915"/>
                  <a:pt x="1614773" y="19879"/>
                  <a:pt x="1651000" y="17447"/>
                </a:cubicBezTo>
                <a:cubicBezTo>
                  <a:pt x="1714154" y="9651"/>
                  <a:pt x="2016114" y="-2985"/>
                  <a:pt x="2057400" y="0"/>
                </a:cubicBezTo>
                <a:cubicBezTo>
                  <a:pt x="2521309" y="-60067"/>
                  <a:pt x="2954535" y="56206"/>
                  <a:pt x="3060700" y="8723"/>
                </a:cubicBezTo>
                <a:cubicBezTo>
                  <a:pt x="3085314" y="7213"/>
                  <a:pt x="3104921" y="20831"/>
                  <a:pt x="3130550" y="26170"/>
                </a:cubicBezTo>
                <a:cubicBezTo>
                  <a:pt x="3166511" y="31021"/>
                  <a:pt x="3207477" y="28455"/>
                  <a:pt x="3238500" y="34894"/>
                </a:cubicBezTo>
                <a:cubicBezTo>
                  <a:pt x="3315543" y="46763"/>
                  <a:pt x="3414336" y="57392"/>
                  <a:pt x="3505200" y="52341"/>
                </a:cubicBezTo>
                <a:cubicBezTo>
                  <a:pt x="3924418" y="88824"/>
                  <a:pt x="3770364" y="26286"/>
                  <a:pt x="4083050" y="69788"/>
                </a:cubicBezTo>
                <a:cubicBezTo>
                  <a:pt x="4112349" y="72820"/>
                  <a:pt x="4164521" y="79761"/>
                  <a:pt x="4197350" y="87235"/>
                </a:cubicBezTo>
                <a:cubicBezTo>
                  <a:pt x="4213561" y="92132"/>
                  <a:pt x="4231166" y="98853"/>
                  <a:pt x="4248150" y="104682"/>
                </a:cubicBezTo>
                <a:cubicBezTo>
                  <a:pt x="4266240" y="108469"/>
                  <a:pt x="4286332" y="114655"/>
                  <a:pt x="4305300" y="122129"/>
                </a:cubicBezTo>
                <a:cubicBezTo>
                  <a:pt x="4325614" y="131466"/>
                  <a:pt x="4351962" y="148904"/>
                  <a:pt x="4375150" y="157024"/>
                </a:cubicBezTo>
                <a:cubicBezTo>
                  <a:pt x="4402270" y="171946"/>
                  <a:pt x="4438428" y="185385"/>
                  <a:pt x="4476750" y="200642"/>
                </a:cubicBezTo>
                <a:cubicBezTo>
                  <a:pt x="4492855" y="208747"/>
                  <a:pt x="4510744" y="220230"/>
                  <a:pt x="4527550" y="226812"/>
                </a:cubicBezTo>
                <a:cubicBezTo>
                  <a:pt x="4548854" y="237575"/>
                  <a:pt x="4572557" y="240121"/>
                  <a:pt x="4591050" y="252983"/>
                </a:cubicBezTo>
                <a:cubicBezTo>
                  <a:pt x="4634121" y="278728"/>
                  <a:pt x="4725695" y="326075"/>
                  <a:pt x="4756150" y="331495"/>
                </a:cubicBezTo>
                <a:cubicBezTo>
                  <a:pt x="4770389" y="336144"/>
                  <a:pt x="4788324" y="334409"/>
                  <a:pt x="4819650" y="340219"/>
                </a:cubicBezTo>
                <a:cubicBezTo>
                  <a:pt x="4831088" y="346628"/>
                  <a:pt x="4839711" y="353232"/>
                  <a:pt x="4851400" y="357666"/>
                </a:cubicBezTo>
                <a:cubicBezTo>
                  <a:pt x="4859553" y="362655"/>
                  <a:pt x="4869140" y="362928"/>
                  <a:pt x="4876800" y="366389"/>
                </a:cubicBezTo>
                <a:cubicBezTo>
                  <a:pt x="4887835" y="373560"/>
                  <a:pt x="4896154" y="387136"/>
                  <a:pt x="4908550" y="392560"/>
                </a:cubicBezTo>
                <a:cubicBezTo>
                  <a:pt x="4915773" y="397877"/>
                  <a:pt x="4925455" y="398370"/>
                  <a:pt x="4933950" y="401284"/>
                </a:cubicBezTo>
                <a:cubicBezTo>
                  <a:pt x="4975036" y="412027"/>
                  <a:pt x="5017244" y="429080"/>
                  <a:pt x="5054600" y="427454"/>
                </a:cubicBezTo>
                <a:cubicBezTo>
                  <a:pt x="5285491" y="438392"/>
                  <a:pt x="5163558" y="429501"/>
                  <a:pt x="5429250" y="444901"/>
                </a:cubicBezTo>
                <a:cubicBezTo>
                  <a:pt x="5456346" y="451868"/>
                  <a:pt x="5482620" y="459975"/>
                  <a:pt x="5499100" y="462349"/>
                </a:cubicBezTo>
                <a:cubicBezTo>
                  <a:pt x="5511158" y="463466"/>
                  <a:pt x="5520796" y="466854"/>
                  <a:pt x="5530850" y="471072"/>
                </a:cubicBezTo>
                <a:cubicBezTo>
                  <a:pt x="5539689" y="473787"/>
                  <a:pt x="5546184" y="481812"/>
                  <a:pt x="5556250" y="488519"/>
                </a:cubicBezTo>
                <a:cubicBezTo>
                  <a:pt x="5563321" y="494373"/>
                  <a:pt x="5567055" y="501803"/>
                  <a:pt x="5575300" y="505966"/>
                </a:cubicBezTo>
                <a:cubicBezTo>
                  <a:pt x="5585202" y="511769"/>
                  <a:pt x="5596882" y="512715"/>
                  <a:pt x="5607050" y="514690"/>
                </a:cubicBezTo>
                <a:cubicBezTo>
                  <a:pt x="5616246" y="517510"/>
                  <a:pt x="5623882" y="520356"/>
                  <a:pt x="5632450" y="523414"/>
                </a:cubicBezTo>
                <a:cubicBezTo>
                  <a:pt x="5677560" y="538965"/>
                  <a:pt x="5625613" y="521201"/>
                  <a:pt x="5676900" y="549584"/>
                </a:cubicBezTo>
                <a:cubicBezTo>
                  <a:pt x="5692323" y="559320"/>
                  <a:pt x="5720000" y="563142"/>
                  <a:pt x="5740400" y="567031"/>
                </a:cubicBezTo>
                <a:cubicBezTo>
                  <a:pt x="5746789" y="568371"/>
                  <a:pt x="5753230" y="573730"/>
                  <a:pt x="5759450" y="575755"/>
                </a:cubicBezTo>
                <a:cubicBezTo>
                  <a:pt x="5822406" y="570101"/>
                  <a:pt x="5867907" y="564728"/>
                  <a:pt x="5930900" y="567031"/>
                </a:cubicBezTo>
                <a:cubicBezTo>
                  <a:pt x="5944232" y="565366"/>
                  <a:pt x="5969000" y="549584"/>
                  <a:pt x="5969000" y="549584"/>
                </a:cubicBezTo>
              </a:path>
            </a:pathLst>
          </a:custGeom>
          <a:noFill/>
          <a:ln>
            <a:solidFill>
              <a:srgbClr val="C00000"/>
            </a:solidFill>
            <a:prstDash val="solid"/>
            <a:headEnd type="diamond" w="med" len="med"/>
            <a:tailEnd type="triangle" w="med" len="med"/>
            <a:extLst>
              <a:ext uri="{C807C97D-BFC1-408E-A445-0C87EB9F89A2}">
                <ask:lineSketchStyleProps xmlns:ask="http://schemas.microsoft.com/office/drawing/2018/sketchyshapes" sd="589946748">
                  <a:custGeom>
                    <a:avLst/>
                    <a:gdLst>
                      <a:gd name="connsiteX0" fmla="*/ 0 w 5969000"/>
                      <a:gd name="connsiteY0" fmla="*/ 806450 h 806450"/>
                      <a:gd name="connsiteX1" fmla="*/ 31750 w 5969000"/>
                      <a:gd name="connsiteY1" fmla="*/ 723900 h 806450"/>
                      <a:gd name="connsiteX2" fmla="*/ 342900 w 5969000"/>
                      <a:gd name="connsiteY2" fmla="*/ 533400 h 806450"/>
                      <a:gd name="connsiteX3" fmla="*/ 457200 w 5969000"/>
                      <a:gd name="connsiteY3" fmla="*/ 450850 h 806450"/>
                      <a:gd name="connsiteX4" fmla="*/ 539750 w 5969000"/>
                      <a:gd name="connsiteY4" fmla="*/ 412750 h 806450"/>
                      <a:gd name="connsiteX5" fmla="*/ 673100 w 5969000"/>
                      <a:gd name="connsiteY5" fmla="*/ 330200 h 806450"/>
                      <a:gd name="connsiteX6" fmla="*/ 825500 w 5969000"/>
                      <a:gd name="connsiteY6" fmla="*/ 260350 h 806450"/>
                      <a:gd name="connsiteX7" fmla="*/ 1022350 w 5969000"/>
                      <a:gd name="connsiteY7" fmla="*/ 184150 h 806450"/>
                      <a:gd name="connsiteX8" fmla="*/ 1143000 w 5969000"/>
                      <a:gd name="connsiteY8" fmla="*/ 146050 h 806450"/>
                      <a:gd name="connsiteX9" fmla="*/ 1530350 w 5969000"/>
                      <a:gd name="connsiteY9" fmla="*/ 25400 h 806450"/>
                      <a:gd name="connsiteX10" fmla="*/ 1651000 w 5969000"/>
                      <a:gd name="connsiteY10" fmla="*/ 12700 h 806450"/>
                      <a:gd name="connsiteX11" fmla="*/ 2057400 w 5969000"/>
                      <a:gd name="connsiteY11" fmla="*/ 0 h 806450"/>
                      <a:gd name="connsiteX12" fmla="*/ 3060700 w 5969000"/>
                      <a:gd name="connsiteY12" fmla="*/ 6350 h 806450"/>
                      <a:gd name="connsiteX13" fmla="*/ 3130550 w 5969000"/>
                      <a:gd name="connsiteY13" fmla="*/ 19050 h 806450"/>
                      <a:gd name="connsiteX14" fmla="*/ 3238500 w 5969000"/>
                      <a:gd name="connsiteY14" fmla="*/ 25400 h 806450"/>
                      <a:gd name="connsiteX15" fmla="*/ 3505200 w 5969000"/>
                      <a:gd name="connsiteY15" fmla="*/ 38100 h 806450"/>
                      <a:gd name="connsiteX16" fmla="*/ 4083050 w 5969000"/>
                      <a:gd name="connsiteY16" fmla="*/ 50800 h 806450"/>
                      <a:gd name="connsiteX17" fmla="*/ 4197350 w 5969000"/>
                      <a:gd name="connsiteY17" fmla="*/ 63500 h 806450"/>
                      <a:gd name="connsiteX18" fmla="*/ 4248150 w 5969000"/>
                      <a:gd name="connsiteY18" fmla="*/ 76200 h 806450"/>
                      <a:gd name="connsiteX19" fmla="*/ 4305300 w 5969000"/>
                      <a:gd name="connsiteY19" fmla="*/ 88900 h 806450"/>
                      <a:gd name="connsiteX20" fmla="*/ 4375150 w 5969000"/>
                      <a:gd name="connsiteY20" fmla="*/ 114300 h 806450"/>
                      <a:gd name="connsiteX21" fmla="*/ 4476750 w 5969000"/>
                      <a:gd name="connsiteY21" fmla="*/ 146050 h 806450"/>
                      <a:gd name="connsiteX22" fmla="*/ 4527550 w 5969000"/>
                      <a:gd name="connsiteY22" fmla="*/ 165100 h 806450"/>
                      <a:gd name="connsiteX23" fmla="*/ 4591050 w 5969000"/>
                      <a:gd name="connsiteY23" fmla="*/ 184150 h 806450"/>
                      <a:gd name="connsiteX24" fmla="*/ 4756150 w 5969000"/>
                      <a:gd name="connsiteY24" fmla="*/ 241300 h 806450"/>
                      <a:gd name="connsiteX25" fmla="*/ 4819650 w 5969000"/>
                      <a:gd name="connsiteY25" fmla="*/ 247650 h 806450"/>
                      <a:gd name="connsiteX26" fmla="*/ 4851400 w 5969000"/>
                      <a:gd name="connsiteY26" fmla="*/ 260350 h 806450"/>
                      <a:gd name="connsiteX27" fmla="*/ 4876800 w 5969000"/>
                      <a:gd name="connsiteY27" fmla="*/ 266700 h 806450"/>
                      <a:gd name="connsiteX28" fmla="*/ 4908550 w 5969000"/>
                      <a:gd name="connsiteY28" fmla="*/ 285750 h 806450"/>
                      <a:gd name="connsiteX29" fmla="*/ 4933950 w 5969000"/>
                      <a:gd name="connsiteY29" fmla="*/ 292100 h 806450"/>
                      <a:gd name="connsiteX30" fmla="*/ 5054600 w 5969000"/>
                      <a:gd name="connsiteY30" fmla="*/ 311150 h 806450"/>
                      <a:gd name="connsiteX31" fmla="*/ 5429250 w 5969000"/>
                      <a:gd name="connsiteY31" fmla="*/ 323850 h 806450"/>
                      <a:gd name="connsiteX32" fmla="*/ 5499100 w 5969000"/>
                      <a:gd name="connsiteY32" fmla="*/ 336550 h 806450"/>
                      <a:gd name="connsiteX33" fmla="*/ 5530850 w 5969000"/>
                      <a:gd name="connsiteY33" fmla="*/ 342900 h 806450"/>
                      <a:gd name="connsiteX34" fmla="*/ 5556250 w 5969000"/>
                      <a:gd name="connsiteY34" fmla="*/ 355600 h 806450"/>
                      <a:gd name="connsiteX35" fmla="*/ 5575300 w 5969000"/>
                      <a:gd name="connsiteY35" fmla="*/ 368300 h 806450"/>
                      <a:gd name="connsiteX36" fmla="*/ 5607050 w 5969000"/>
                      <a:gd name="connsiteY36" fmla="*/ 374650 h 806450"/>
                      <a:gd name="connsiteX37" fmla="*/ 5632450 w 5969000"/>
                      <a:gd name="connsiteY37" fmla="*/ 381000 h 806450"/>
                      <a:gd name="connsiteX38" fmla="*/ 5676900 w 5969000"/>
                      <a:gd name="connsiteY38" fmla="*/ 400050 h 806450"/>
                      <a:gd name="connsiteX39" fmla="*/ 5740400 w 5969000"/>
                      <a:gd name="connsiteY39" fmla="*/ 412750 h 806450"/>
                      <a:gd name="connsiteX40" fmla="*/ 5759450 w 5969000"/>
                      <a:gd name="connsiteY40" fmla="*/ 419100 h 806450"/>
                      <a:gd name="connsiteX41" fmla="*/ 5930900 w 5969000"/>
                      <a:gd name="connsiteY41" fmla="*/ 412750 h 806450"/>
                      <a:gd name="connsiteX42" fmla="*/ 5969000 w 5969000"/>
                      <a:gd name="connsiteY42" fmla="*/ 400050 h 8064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</a:cxnLst>
                    <a:rect l="l" t="t" r="r" b="b"/>
                    <a:pathLst>
                      <a:path w="5969000" h="806450">
                        <a:moveTo>
                          <a:pt x="0" y="806450"/>
                        </a:moveTo>
                        <a:cubicBezTo>
                          <a:pt x="10583" y="778933"/>
                          <a:pt x="10903" y="744747"/>
                          <a:pt x="31750" y="723900"/>
                        </a:cubicBezTo>
                        <a:cubicBezTo>
                          <a:pt x="179415" y="576235"/>
                          <a:pt x="191242" y="622839"/>
                          <a:pt x="342900" y="533400"/>
                        </a:cubicBezTo>
                        <a:cubicBezTo>
                          <a:pt x="383382" y="509526"/>
                          <a:pt x="417130" y="475409"/>
                          <a:pt x="457200" y="450850"/>
                        </a:cubicBezTo>
                        <a:cubicBezTo>
                          <a:pt x="483039" y="435013"/>
                          <a:pt x="512643" y="426303"/>
                          <a:pt x="539750" y="412750"/>
                        </a:cubicBezTo>
                        <a:cubicBezTo>
                          <a:pt x="792622" y="286314"/>
                          <a:pt x="341980" y="504958"/>
                          <a:pt x="673100" y="330200"/>
                        </a:cubicBezTo>
                        <a:cubicBezTo>
                          <a:pt x="722521" y="304117"/>
                          <a:pt x="774435" y="283046"/>
                          <a:pt x="825500" y="260350"/>
                        </a:cubicBezTo>
                        <a:cubicBezTo>
                          <a:pt x="885660" y="233612"/>
                          <a:pt x="962485" y="204630"/>
                          <a:pt x="1022350" y="184150"/>
                        </a:cubicBezTo>
                        <a:cubicBezTo>
                          <a:pt x="1062254" y="170499"/>
                          <a:pt x="1102990" y="159387"/>
                          <a:pt x="1143000" y="146050"/>
                        </a:cubicBezTo>
                        <a:cubicBezTo>
                          <a:pt x="1256138" y="108337"/>
                          <a:pt x="1434212" y="35520"/>
                          <a:pt x="1530350" y="25400"/>
                        </a:cubicBezTo>
                        <a:cubicBezTo>
                          <a:pt x="1570567" y="21167"/>
                          <a:pt x="1610647" y="15332"/>
                          <a:pt x="1651000" y="12700"/>
                        </a:cubicBezTo>
                        <a:cubicBezTo>
                          <a:pt x="1716459" y="8431"/>
                          <a:pt x="2017736" y="1072"/>
                          <a:pt x="2057400" y="0"/>
                        </a:cubicBezTo>
                        <a:lnTo>
                          <a:pt x="3060700" y="6350"/>
                        </a:lnTo>
                        <a:cubicBezTo>
                          <a:pt x="3084361" y="6770"/>
                          <a:pt x="3107020" y="16529"/>
                          <a:pt x="3130550" y="19050"/>
                        </a:cubicBezTo>
                        <a:cubicBezTo>
                          <a:pt x="3166390" y="22890"/>
                          <a:pt x="3202501" y="23570"/>
                          <a:pt x="3238500" y="25400"/>
                        </a:cubicBezTo>
                        <a:cubicBezTo>
                          <a:pt x="3327386" y="29920"/>
                          <a:pt x="3416212" y="36592"/>
                          <a:pt x="3505200" y="38100"/>
                        </a:cubicBezTo>
                        <a:cubicBezTo>
                          <a:pt x="3947607" y="45598"/>
                          <a:pt x="3755010" y="40549"/>
                          <a:pt x="4083050" y="50800"/>
                        </a:cubicBezTo>
                        <a:cubicBezTo>
                          <a:pt x="4112499" y="53477"/>
                          <a:pt x="4165162" y="57062"/>
                          <a:pt x="4197350" y="63500"/>
                        </a:cubicBezTo>
                        <a:cubicBezTo>
                          <a:pt x="4214466" y="66923"/>
                          <a:pt x="4231160" y="72202"/>
                          <a:pt x="4248150" y="76200"/>
                        </a:cubicBezTo>
                        <a:cubicBezTo>
                          <a:pt x="4267146" y="80670"/>
                          <a:pt x="4286608" y="83292"/>
                          <a:pt x="4305300" y="88900"/>
                        </a:cubicBezTo>
                        <a:cubicBezTo>
                          <a:pt x="4329030" y="96019"/>
                          <a:pt x="4351646" y="106465"/>
                          <a:pt x="4375150" y="114300"/>
                        </a:cubicBezTo>
                        <a:cubicBezTo>
                          <a:pt x="4408811" y="125520"/>
                          <a:pt x="4443089" y="134830"/>
                          <a:pt x="4476750" y="146050"/>
                        </a:cubicBezTo>
                        <a:cubicBezTo>
                          <a:pt x="4493907" y="151769"/>
                          <a:pt x="4510393" y="159381"/>
                          <a:pt x="4527550" y="165100"/>
                        </a:cubicBezTo>
                        <a:cubicBezTo>
                          <a:pt x="4548515" y="172088"/>
                          <a:pt x="4570085" y="177162"/>
                          <a:pt x="4591050" y="184150"/>
                        </a:cubicBezTo>
                        <a:cubicBezTo>
                          <a:pt x="4636044" y="199148"/>
                          <a:pt x="4721093" y="237794"/>
                          <a:pt x="4756150" y="241300"/>
                        </a:cubicBezTo>
                        <a:lnTo>
                          <a:pt x="4819650" y="247650"/>
                        </a:lnTo>
                        <a:cubicBezTo>
                          <a:pt x="4830233" y="251883"/>
                          <a:pt x="4840586" y="256745"/>
                          <a:pt x="4851400" y="260350"/>
                        </a:cubicBezTo>
                        <a:cubicBezTo>
                          <a:pt x="4859679" y="263110"/>
                          <a:pt x="4868825" y="263156"/>
                          <a:pt x="4876800" y="266700"/>
                        </a:cubicBezTo>
                        <a:cubicBezTo>
                          <a:pt x="4888078" y="271713"/>
                          <a:pt x="4897272" y="280737"/>
                          <a:pt x="4908550" y="285750"/>
                        </a:cubicBezTo>
                        <a:cubicBezTo>
                          <a:pt x="4916525" y="289294"/>
                          <a:pt x="4925352" y="290605"/>
                          <a:pt x="4933950" y="292100"/>
                        </a:cubicBezTo>
                        <a:cubicBezTo>
                          <a:pt x="4974063" y="299076"/>
                          <a:pt x="5013918" y="309523"/>
                          <a:pt x="5054600" y="311150"/>
                        </a:cubicBezTo>
                        <a:cubicBezTo>
                          <a:pt x="5285290" y="320378"/>
                          <a:pt x="5160414" y="315943"/>
                          <a:pt x="5429250" y="323850"/>
                        </a:cubicBezTo>
                        <a:lnTo>
                          <a:pt x="5499100" y="336550"/>
                        </a:lnTo>
                        <a:cubicBezTo>
                          <a:pt x="5509708" y="338539"/>
                          <a:pt x="5520611" y="339487"/>
                          <a:pt x="5530850" y="342900"/>
                        </a:cubicBezTo>
                        <a:cubicBezTo>
                          <a:pt x="5539830" y="345893"/>
                          <a:pt x="5548031" y="350904"/>
                          <a:pt x="5556250" y="355600"/>
                        </a:cubicBezTo>
                        <a:cubicBezTo>
                          <a:pt x="5562876" y="359386"/>
                          <a:pt x="5568154" y="365620"/>
                          <a:pt x="5575300" y="368300"/>
                        </a:cubicBezTo>
                        <a:cubicBezTo>
                          <a:pt x="5585406" y="372090"/>
                          <a:pt x="5596514" y="372309"/>
                          <a:pt x="5607050" y="374650"/>
                        </a:cubicBezTo>
                        <a:cubicBezTo>
                          <a:pt x="5615569" y="376543"/>
                          <a:pt x="5624059" y="378602"/>
                          <a:pt x="5632450" y="381000"/>
                        </a:cubicBezTo>
                        <a:cubicBezTo>
                          <a:pt x="5676602" y="393615"/>
                          <a:pt x="5622713" y="379730"/>
                          <a:pt x="5676900" y="400050"/>
                        </a:cubicBezTo>
                        <a:cubicBezTo>
                          <a:pt x="5695302" y="406951"/>
                          <a:pt x="5722443" y="408759"/>
                          <a:pt x="5740400" y="412750"/>
                        </a:cubicBezTo>
                        <a:cubicBezTo>
                          <a:pt x="5746934" y="414202"/>
                          <a:pt x="5753100" y="416983"/>
                          <a:pt x="5759450" y="419100"/>
                        </a:cubicBezTo>
                        <a:cubicBezTo>
                          <a:pt x="5816600" y="416983"/>
                          <a:pt x="5873946" y="417928"/>
                          <a:pt x="5930900" y="412750"/>
                        </a:cubicBezTo>
                        <a:cubicBezTo>
                          <a:pt x="5944232" y="411538"/>
                          <a:pt x="5969000" y="400050"/>
                          <a:pt x="5969000" y="40005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F57ACDFD-BFAD-6B2A-9BB3-DDAA849389CE}"/>
              </a:ext>
            </a:extLst>
          </p:cNvPr>
          <p:cNvSpPr txBox="1"/>
          <p:nvPr/>
        </p:nvSpPr>
        <p:spPr>
          <a:xfrm>
            <a:off x="8032921" y="5636720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9 -&gt; 9 COM</a:t>
            </a: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BB545F0B-772D-4868-D379-47BDE66E5E1E}"/>
              </a:ext>
            </a:extLst>
          </p:cNvPr>
          <p:cNvSpPr txBox="1"/>
          <p:nvPr/>
        </p:nvSpPr>
        <p:spPr>
          <a:xfrm>
            <a:off x="7439025" y="2837593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</a:rPr>
              <a:t>8 -&gt; AI 0</a:t>
            </a:r>
          </a:p>
        </p:txBody>
      </p:sp>
    </p:spTree>
    <p:extLst>
      <p:ext uri="{BB962C8B-B14F-4D97-AF65-F5344CB8AC3E}">
        <p14:creationId xmlns:p14="http://schemas.microsoft.com/office/powerpoint/2010/main" val="3844670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0F68A-34A0-CF92-25B6-6BD4BCDD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EBD17B18-D83A-76F0-07EB-096689AE478D}"/>
              </a:ext>
            </a:extLst>
          </p:cNvPr>
          <p:cNvSpPr txBox="1"/>
          <p:nvPr/>
        </p:nvSpPr>
        <p:spPr>
          <a:xfrm>
            <a:off x="444500" y="336550"/>
            <a:ext cx="7226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Interfaccia del banco per Enrichetto:</a:t>
            </a:r>
          </a:p>
          <a:p>
            <a:r>
              <a:rPr lang="it-IT" dirty="0"/>
              <a:t>Interno</a:t>
            </a:r>
          </a:p>
          <a:p>
            <a:r>
              <a:rPr lang="it-IT" sz="900" dirty="0"/>
              <a:t>Linea 24 V positiva sempre linea continua rossa;</a:t>
            </a:r>
          </a:p>
          <a:p>
            <a:r>
              <a:rPr lang="it-IT" sz="900" dirty="0"/>
              <a:t>Linea 24V negativa sempre linea continua nera</a:t>
            </a:r>
          </a:p>
          <a:p>
            <a:r>
              <a:rPr lang="it-IT" sz="900" dirty="0"/>
              <a:t>Linea 12 V positiva sempre tratto rosso</a:t>
            </a:r>
          </a:p>
          <a:p>
            <a:r>
              <a:rPr lang="it-IT" sz="900" dirty="0"/>
              <a:t>Linea 12 V negativa sempre tratto nero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E3BEEC9-F833-0F06-7F67-A926689076F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4500" y="1670050"/>
            <a:ext cx="14859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Alimentatore</a:t>
            </a:r>
          </a:p>
          <a:p>
            <a:r>
              <a:rPr lang="it-IT" dirty="0"/>
              <a:t>24 V</a:t>
            </a:r>
          </a:p>
          <a:p>
            <a:endParaRPr lang="it-IT" dirty="0"/>
          </a:p>
          <a:p>
            <a:endParaRPr lang="it-IT" dirty="0"/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14B04DDC-7244-A0FB-4C3C-F4E19E1FBB2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74850" y="1917700"/>
            <a:ext cx="7664450" cy="444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A3B7DFEE-1A8C-FBEB-F859-3149761644F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74850" y="2355850"/>
            <a:ext cx="7664450" cy="44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magine 8">
            <a:extLst>
              <a:ext uri="{FF2B5EF4-FFF2-40B4-BE49-F238E27FC236}">
                <a16:creationId xmlns:a16="http://schemas.microsoft.com/office/drawing/2014/main" id="{810CEA6F-1BA8-67D4-19B1-151E970D9D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4314653" y="3743143"/>
            <a:ext cx="2457793" cy="2610214"/>
          </a:xfrm>
          <a:prstGeom prst="rect">
            <a:avLst/>
          </a:prstGeom>
        </p:spPr>
      </p:pic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A5097331-4ECE-A62E-B55A-8468CBCC4E6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784850" y="1930400"/>
            <a:ext cx="0" cy="22288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1E6B90F9-C168-17BE-D69F-210B23B9F17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651500" y="2378075"/>
            <a:ext cx="0" cy="178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E1685BB-07AF-69CD-A8DF-50CB4300616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5277" y="3070225"/>
            <a:ext cx="1308100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DB15 Cella di carico</a:t>
            </a:r>
          </a:p>
          <a:p>
            <a:r>
              <a:rPr lang="it-IT" dirty="0"/>
              <a:t>femmina:</a:t>
            </a:r>
          </a:p>
          <a:p>
            <a:pPr algn="r"/>
            <a:r>
              <a:rPr lang="it-IT" u="sng" dirty="0"/>
              <a:t>2</a:t>
            </a:r>
          </a:p>
          <a:p>
            <a:pPr algn="r"/>
            <a:r>
              <a:rPr lang="it-IT" u="sng" dirty="0"/>
              <a:t>7</a:t>
            </a:r>
          </a:p>
          <a:p>
            <a:pPr algn="r"/>
            <a:r>
              <a:rPr lang="it-IT" u="sng" dirty="0"/>
              <a:t>5</a:t>
            </a:r>
          </a:p>
          <a:p>
            <a:pPr algn="r"/>
            <a:r>
              <a:rPr lang="it-IT" u="sng" dirty="0"/>
              <a:t>3</a:t>
            </a:r>
          </a:p>
          <a:p>
            <a:pPr algn="r"/>
            <a:r>
              <a:rPr lang="it-IT" u="sng" dirty="0"/>
              <a:t>8</a:t>
            </a:r>
          </a:p>
          <a:p>
            <a:pPr algn="r"/>
            <a:r>
              <a:rPr lang="it-IT" u="sng" dirty="0"/>
              <a:t>10</a:t>
            </a:r>
          </a:p>
          <a:p>
            <a:endParaRPr lang="it-IT" dirty="0"/>
          </a:p>
        </p:txBody>
      </p: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7B3E8CD4-CAD8-ABEE-2495-28971857997A}"/>
              </a:ext>
            </a:extLst>
          </p:cNvPr>
          <p:cNvGrpSpPr/>
          <p:nvPr/>
        </p:nvGrpSpPr>
        <p:grpSpPr>
          <a:xfrm>
            <a:off x="1654002" y="4083050"/>
            <a:ext cx="212724" cy="273050"/>
            <a:chOff x="2178050" y="3498850"/>
            <a:chExt cx="158750" cy="152400"/>
          </a:xfrm>
        </p:grpSpPr>
        <p:cxnSp>
          <p:nvCxnSpPr>
            <p:cNvPr id="20" name="Connettore diritto 19">
              <a:extLst>
                <a:ext uri="{FF2B5EF4-FFF2-40B4-BE49-F238E27FC236}">
                  <a16:creationId xmlns:a16="http://schemas.microsoft.com/office/drawing/2014/main" id="{C7541992-F764-31ED-D6EA-E80D8064FE3C}"/>
                </a:ext>
              </a:extLst>
            </p:cNvPr>
            <p:cNvCxnSpPr/>
            <p:nvPr/>
          </p:nvCxnSpPr>
          <p:spPr>
            <a:xfrm>
              <a:off x="2184400" y="3498850"/>
              <a:ext cx="152400" cy="0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diritto 20">
              <a:extLst>
                <a:ext uri="{FF2B5EF4-FFF2-40B4-BE49-F238E27FC236}">
                  <a16:creationId xmlns:a16="http://schemas.microsoft.com/office/drawing/2014/main" id="{F39A89F9-608F-95FA-F888-4601A2B135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6800" y="3498850"/>
              <a:ext cx="0" cy="152400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diritto 22">
              <a:extLst>
                <a:ext uri="{FF2B5EF4-FFF2-40B4-BE49-F238E27FC236}">
                  <a16:creationId xmlns:a16="http://schemas.microsoft.com/office/drawing/2014/main" id="{550B03F0-9255-0B1B-B018-38959B1920E7}"/>
                </a:ext>
              </a:extLst>
            </p:cNvPr>
            <p:cNvCxnSpPr>
              <a:cxnSpLocks/>
            </p:cNvCxnSpPr>
            <p:nvPr/>
          </p:nvCxnSpPr>
          <p:spPr>
            <a:xfrm>
              <a:off x="2178050" y="3651250"/>
              <a:ext cx="152400" cy="0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FBB0EF43-8681-1142-A94D-AAF92BAA047A}"/>
              </a:ext>
            </a:extLst>
          </p:cNvPr>
          <p:cNvGrpSpPr/>
          <p:nvPr/>
        </p:nvGrpSpPr>
        <p:grpSpPr>
          <a:xfrm>
            <a:off x="1645493" y="4914900"/>
            <a:ext cx="212724" cy="273050"/>
            <a:chOff x="2178050" y="3498850"/>
            <a:chExt cx="158750" cy="152400"/>
          </a:xfrm>
        </p:grpSpPr>
        <p:cxnSp>
          <p:nvCxnSpPr>
            <p:cNvPr id="28" name="Connettore diritto 27">
              <a:extLst>
                <a:ext uri="{FF2B5EF4-FFF2-40B4-BE49-F238E27FC236}">
                  <a16:creationId xmlns:a16="http://schemas.microsoft.com/office/drawing/2014/main" id="{9EF79852-BA29-E5F7-C6C2-45370E3D1737}"/>
                </a:ext>
              </a:extLst>
            </p:cNvPr>
            <p:cNvCxnSpPr/>
            <p:nvPr/>
          </p:nvCxnSpPr>
          <p:spPr>
            <a:xfrm>
              <a:off x="2184400" y="3498850"/>
              <a:ext cx="152400" cy="0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diritto 29">
              <a:extLst>
                <a:ext uri="{FF2B5EF4-FFF2-40B4-BE49-F238E27FC236}">
                  <a16:creationId xmlns:a16="http://schemas.microsoft.com/office/drawing/2014/main" id="{4C5979E8-512E-0263-C180-AE0449FA35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6800" y="3498850"/>
              <a:ext cx="0" cy="152400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diritto 30">
              <a:extLst>
                <a:ext uri="{FF2B5EF4-FFF2-40B4-BE49-F238E27FC236}">
                  <a16:creationId xmlns:a16="http://schemas.microsoft.com/office/drawing/2014/main" id="{B268F234-FA79-B605-7D08-947808D60834}"/>
                </a:ext>
              </a:extLst>
            </p:cNvPr>
            <p:cNvCxnSpPr>
              <a:cxnSpLocks/>
            </p:cNvCxnSpPr>
            <p:nvPr/>
          </p:nvCxnSpPr>
          <p:spPr>
            <a:xfrm>
              <a:off x="2178050" y="3651250"/>
              <a:ext cx="152400" cy="0"/>
            </a:xfrm>
            <a:prstGeom prst="line">
              <a:avLst/>
            </a:prstGeom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5830A9B2-BF94-BD48-932F-CC30DCCD9D40}"/>
              </a:ext>
            </a:extLst>
          </p:cNvPr>
          <p:cNvCxnSpPr/>
          <p:nvPr/>
        </p:nvCxnSpPr>
        <p:spPr>
          <a:xfrm>
            <a:off x="1858217" y="4083050"/>
            <a:ext cx="33888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E53C982A-3EDD-D987-4D65-C137454C2795}"/>
              </a:ext>
            </a:extLst>
          </p:cNvPr>
          <p:cNvCxnSpPr>
            <a:cxnSpLocks/>
          </p:cNvCxnSpPr>
          <p:nvPr/>
        </p:nvCxnSpPr>
        <p:spPr>
          <a:xfrm flipV="1">
            <a:off x="2197100" y="2825750"/>
            <a:ext cx="0" cy="12573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3A68E2E7-C5A4-1A61-C767-C201F04ED422}"/>
              </a:ext>
            </a:extLst>
          </p:cNvPr>
          <p:cNvCxnSpPr>
            <a:cxnSpLocks/>
          </p:cNvCxnSpPr>
          <p:nvPr/>
        </p:nvCxnSpPr>
        <p:spPr>
          <a:xfrm>
            <a:off x="2197100" y="2825750"/>
            <a:ext cx="315595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diritto 38">
            <a:extLst>
              <a:ext uri="{FF2B5EF4-FFF2-40B4-BE49-F238E27FC236}">
                <a16:creationId xmlns:a16="http://schemas.microsoft.com/office/drawing/2014/main" id="{722D5FFE-4BE0-B755-60A0-F94854DEB1B6}"/>
              </a:ext>
            </a:extLst>
          </p:cNvPr>
          <p:cNvCxnSpPr>
            <a:cxnSpLocks/>
          </p:cNvCxnSpPr>
          <p:nvPr/>
        </p:nvCxnSpPr>
        <p:spPr>
          <a:xfrm flipV="1">
            <a:off x="5353050" y="2825750"/>
            <a:ext cx="0" cy="13335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diritto 46">
            <a:extLst>
              <a:ext uri="{FF2B5EF4-FFF2-40B4-BE49-F238E27FC236}">
                <a16:creationId xmlns:a16="http://schemas.microsoft.com/office/drawing/2014/main" id="{843B0ACF-CA7D-2548-F3D2-D5BF2CE45C84}"/>
              </a:ext>
            </a:extLst>
          </p:cNvPr>
          <p:cNvCxnSpPr/>
          <p:nvPr/>
        </p:nvCxnSpPr>
        <p:spPr>
          <a:xfrm>
            <a:off x="1662511" y="4629150"/>
            <a:ext cx="71238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diritto 47">
            <a:extLst>
              <a:ext uri="{FF2B5EF4-FFF2-40B4-BE49-F238E27FC236}">
                <a16:creationId xmlns:a16="http://schemas.microsoft.com/office/drawing/2014/main" id="{E5595EE6-3980-E69F-56D8-5FECF38B716D}"/>
              </a:ext>
            </a:extLst>
          </p:cNvPr>
          <p:cNvCxnSpPr>
            <a:cxnSpLocks/>
          </p:cNvCxnSpPr>
          <p:nvPr/>
        </p:nvCxnSpPr>
        <p:spPr>
          <a:xfrm flipV="1">
            <a:off x="2374900" y="3070225"/>
            <a:ext cx="0" cy="15589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diritto 49">
            <a:extLst>
              <a:ext uri="{FF2B5EF4-FFF2-40B4-BE49-F238E27FC236}">
                <a16:creationId xmlns:a16="http://schemas.microsoft.com/office/drawing/2014/main" id="{6C55BD8F-59A4-961F-69C1-890C85B3C3D9}"/>
              </a:ext>
            </a:extLst>
          </p:cNvPr>
          <p:cNvCxnSpPr>
            <a:cxnSpLocks/>
          </p:cNvCxnSpPr>
          <p:nvPr/>
        </p:nvCxnSpPr>
        <p:spPr>
          <a:xfrm>
            <a:off x="2374900" y="3070225"/>
            <a:ext cx="266382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diritto 51">
            <a:extLst>
              <a:ext uri="{FF2B5EF4-FFF2-40B4-BE49-F238E27FC236}">
                <a16:creationId xmlns:a16="http://schemas.microsoft.com/office/drawing/2014/main" id="{42E4C262-D289-3A4A-B5F7-BA6056208CDB}"/>
              </a:ext>
            </a:extLst>
          </p:cNvPr>
          <p:cNvCxnSpPr>
            <a:cxnSpLocks/>
          </p:cNvCxnSpPr>
          <p:nvPr/>
        </p:nvCxnSpPr>
        <p:spPr>
          <a:xfrm>
            <a:off x="5038725" y="3070225"/>
            <a:ext cx="0" cy="10890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diritto 58">
            <a:extLst>
              <a:ext uri="{FF2B5EF4-FFF2-40B4-BE49-F238E27FC236}">
                <a16:creationId xmlns:a16="http://schemas.microsoft.com/office/drawing/2014/main" id="{F67032D7-9F25-3008-7769-81B853553061}"/>
              </a:ext>
            </a:extLst>
          </p:cNvPr>
          <p:cNvCxnSpPr>
            <a:cxnSpLocks/>
          </p:cNvCxnSpPr>
          <p:nvPr/>
        </p:nvCxnSpPr>
        <p:spPr>
          <a:xfrm>
            <a:off x="1866726" y="4914900"/>
            <a:ext cx="3619674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diritto 60">
            <a:extLst>
              <a:ext uri="{FF2B5EF4-FFF2-40B4-BE49-F238E27FC236}">
                <a16:creationId xmlns:a16="http://schemas.microsoft.com/office/drawing/2014/main" id="{A4567B8A-0D24-289D-8801-B58A284D1CDC}"/>
              </a:ext>
            </a:extLst>
          </p:cNvPr>
          <p:cNvCxnSpPr>
            <a:cxnSpLocks/>
          </p:cNvCxnSpPr>
          <p:nvPr/>
        </p:nvCxnSpPr>
        <p:spPr>
          <a:xfrm>
            <a:off x="5486400" y="4286250"/>
            <a:ext cx="0" cy="62865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ttore diritto 63">
            <a:extLst>
              <a:ext uri="{FF2B5EF4-FFF2-40B4-BE49-F238E27FC236}">
                <a16:creationId xmlns:a16="http://schemas.microsoft.com/office/drawing/2014/main" id="{3ED45E59-FDCD-3284-D5D7-FEE21A253B40}"/>
              </a:ext>
            </a:extLst>
          </p:cNvPr>
          <p:cNvCxnSpPr/>
          <p:nvPr/>
        </p:nvCxnSpPr>
        <p:spPr>
          <a:xfrm>
            <a:off x="1675211" y="5461000"/>
            <a:ext cx="3506389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diritto 65">
            <a:extLst>
              <a:ext uri="{FF2B5EF4-FFF2-40B4-BE49-F238E27FC236}">
                <a16:creationId xmlns:a16="http://schemas.microsoft.com/office/drawing/2014/main" id="{2923F2AA-ADBE-C8F7-4F6A-6FA6476F963F}"/>
              </a:ext>
            </a:extLst>
          </p:cNvPr>
          <p:cNvCxnSpPr>
            <a:cxnSpLocks/>
          </p:cNvCxnSpPr>
          <p:nvPr/>
        </p:nvCxnSpPr>
        <p:spPr>
          <a:xfrm flipV="1">
            <a:off x="5194300" y="4260850"/>
            <a:ext cx="0" cy="122555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Immagine 70">
            <a:extLst>
              <a:ext uri="{FF2B5EF4-FFF2-40B4-BE49-F238E27FC236}">
                <a16:creationId xmlns:a16="http://schemas.microsoft.com/office/drawing/2014/main" id="{2CD4A8B9-A21B-3884-F90E-89EC1B651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0151" y="2601706"/>
            <a:ext cx="1171739" cy="2962688"/>
          </a:xfrm>
          <a:prstGeom prst="rect">
            <a:avLst/>
          </a:prstGeom>
        </p:spPr>
      </p:pic>
      <p:sp>
        <p:nvSpPr>
          <p:cNvPr id="75" name="Figura a mano libera: forma 74">
            <a:extLst>
              <a:ext uri="{FF2B5EF4-FFF2-40B4-BE49-F238E27FC236}">
                <a16:creationId xmlns:a16="http://schemas.microsoft.com/office/drawing/2014/main" id="{4C941667-C602-C3C0-61A4-8BBAF7F8A9D3}"/>
              </a:ext>
            </a:extLst>
          </p:cNvPr>
          <p:cNvSpPr/>
          <p:nvPr/>
        </p:nvSpPr>
        <p:spPr>
          <a:xfrm>
            <a:off x="4610100" y="4181475"/>
            <a:ext cx="6169023" cy="1477272"/>
          </a:xfrm>
          <a:custGeom>
            <a:avLst/>
            <a:gdLst>
              <a:gd name="connsiteX0" fmla="*/ 0 w 6184948"/>
              <a:gd name="connsiteY0" fmla="*/ 0 h 1606550"/>
              <a:gd name="connsiteX1" fmla="*/ 12700 w 6184948"/>
              <a:gd name="connsiteY1" fmla="*/ 31750 h 1606550"/>
              <a:gd name="connsiteX2" fmla="*/ 38100 w 6184948"/>
              <a:gd name="connsiteY2" fmla="*/ 177800 h 1606550"/>
              <a:gd name="connsiteX3" fmla="*/ 50800 w 6184948"/>
              <a:gd name="connsiteY3" fmla="*/ 254000 h 1606550"/>
              <a:gd name="connsiteX4" fmla="*/ 69850 w 6184948"/>
              <a:gd name="connsiteY4" fmla="*/ 349250 h 1606550"/>
              <a:gd name="connsiteX5" fmla="*/ 88900 w 6184948"/>
              <a:gd name="connsiteY5" fmla="*/ 381000 h 1606550"/>
              <a:gd name="connsiteX6" fmla="*/ 107950 w 6184948"/>
              <a:gd name="connsiteY6" fmla="*/ 425450 h 1606550"/>
              <a:gd name="connsiteX7" fmla="*/ 139700 w 6184948"/>
              <a:gd name="connsiteY7" fmla="*/ 463550 h 1606550"/>
              <a:gd name="connsiteX8" fmla="*/ 603250 w 6184948"/>
              <a:gd name="connsiteY8" fmla="*/ 844550 h 1606550"/>
              <a:gd name="connsiteX9" fmla="*/ 1346200 w 6184948"/>
              <a:gd name="connsiteY9" fmla="*/ 1225550 h 1606550"/>
              <a:gd name="connsiteX10" fmla="*/ 2349500 w 6184948"/>
              <a:gd name="connsiteY10" fmla="*/ 1562100 h 1606550"/>
              <a:gd name="connsiteX11" fmla="*/ 2940050 w 6184948"/>
              <a:gd name="connsiteY11" fmla="*/ 1606550 h 1606550"/>
              <a:gd name="connsiteX12" fmla="*/ 3810000 w 6184948"/>
              <a:gd name="connsiteY12" fmla="*/ 1587500 h 1606550"/>
              <a:gd name="connsiteX13" fmla="*/ 4241800 w 6184948"/>
              <a:gd name="connsiteY13" fmla="*/ 1581150 h 1606550"/>
              <a:gd name="connsiteX14" fmla="*/ 4508500 w 6184948"/>
              <a:gd name="connsiteY14" fmla="*/ 1574800 h 1606550"/>
              <a:gd name="connsiteX15" fmla="*/ 4883150 w 6184948"/>
              <a:gd name="connsiteY15" fmla="*/ 1568450 h 1606550"/>
              <a:gd name="connsiteX16" fmla="*/ 5156200 w 6184948"/>
              <a:gd name="connsiteY16" fmla="*/ 1555750 h 1606550"/>
              <a:gd name="connsiteX17" fmla="*/ 5499100 w 6184948"/>
              <a:gd name="connsiteY17" fmla="*/ 1511300 h 1606550"/>
              <a:gd name="connsiteX18" fmla="*/ 5645150 w 6184948"/>
              <a:gd name="connsiteY18" fmla="*/ 1479550 h 1606550"/>
              <a:gd name="connsiteX19" fmla="*/ 5765800 w 6184948"/>
              <a:gd name="connsiteY19" fmla="*/ 1435100 h 1606550"/>
              <a:gd name="connsiteX20" fmla="*/ 5918200 w 6184948"/>
              <a:gd name="connsiteY20" fmla="*/ 1352550 h 1606550"/>
              <a:gd name="connsiteX21" fmla="*/ 6000750 w 6184948"/>
              <a:gd name="connsiteY21" fmla="*/ 1276350 h 1606550"/>
              <a:gd name="connsiteX22" fmla="*/ 6019800 w 6184948"/>
              <a:gd name="connsiteY22" fmla="*/ 1231900 h 1606550"/>
              <a:gd name="connsiteX23" fmla="*/ 6038850 w 6184948"/>
              <a:gd name="connsiteY23" fmla="*/ 1206500 h 1606550"/>
              <a:gd name="connsiteX24" fmla="*/ 6045200 w 6184948"/>
              <a:gd name="connsiteY24" fmla="*/ 1174750 h 1606550"/>
              <a:gd name="connsiteX25" fmla="*/ 6070600 w 6184948"/>
              <a:gd name="connsiteY25" fmla="*/ 1136650 h 1606550"/>
              <a:gd name="connsiteX26" fmla="*/ 6127750 w 6184948"/>
              <a:gd name="connsiteY26" fmla="*/ 1047750 h 1606550"/>
              <a:gd name="connsiteX27" fmla="*/ 6146800 w 6184948"/>
              <a:gd name="connsiteY27" fmla="*/ 1003300 h 1606550"/>
              <a:gd name="connsiteX28" fmla="*/ 6153150 w 6184948"/>
              <a:gd name="connsiteY28" fmla="*/ 984250 h 1606550"/>
              <a:gd name="connsiteX29" fmla="*/ 6178550 w 6184948"/>
              <a:gd name="connsiteY29" fmla="*/ 939800 h 1606550"/>
              <a:gd name="connsiteX30" fmla="*/ 6184900 w 6184948"/>
              <a:gd name="connsiteY30" fmla="*/ 901700 h 160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184948" h="1606550">
                <a:moveTo>
                  <a:pt x="0" y="0"/>
                </a:moveTo>
                <a:cubicBezTo>
                  <a:pt x="4233" y="10583"/>
                  <a:pt x="9569" y="20790"/>
                  <a:pt x="12700" y="31750"/>
                </a:cubicBezTo>
                <a:cubicBezTo>
                  <a:pt x="27176" y="82414"/>
                  <a:pt x="29877" y="124354"/>
                  <a:pt x="38100" y="177800"/>
                </a:cubicBezTo>
                <a:cubicBezTo>
                  <a:pt x="42016" y="203251"/>
                  <a:pt x="46784" y="228565"/>
                  <a:pt x="50800" y="254000"/>
                </a:cubicBezTo>
                <a:cubicBezTo>
                  <a:pt x="55942" y="286566"/>
                  <a:pt x="57807" y="317939"/>
                  <a:pt x="69850" y="349250"/>
                </a:cubicBezTo>
                <a:cubicBezTo>
                  <a:pt x="74281" y="360770"/>
                  <a:pt x="83380" y="369961"/>
                  <a:pt x="88900" y="381000"/>
                </a:cubicBezTo>
                <a:cubicBezTo>
                  <a:pt x="96109" y="395418"/>
                  <a:pt x="99502" y="411721"/>
                  <a:pt x="107950" y="425450"/>
                </a:cubicBezTo>
                <a:cubicBezTo>
                  <a:pt x="116614" y="439529"/>
                  <a:pt x="127640" y="452243"/>
                  <a:pt x="139700" y="463550"/>
                </a:cubicBezTo>
                <a:cubicBezTo>
                  <a:pt x="273369" y="588865"/>
                  <a:pt x="461447" y="745440"/>
                  <a:pt x="603250" y="844550"/>
                </a:cubicBezTo>
                <a:cubicBezTo>
                  <a:pt x="873347" y="1033327"/>
                  <a:pt x="1025291" y="1092907"/>
                  <a:pt x="1346200" y="1225550"/>
                </a:cubicBezTo>
                <a:cubicBezTo>
                  <a:pt x="1670513" y="1359599"/>
                  <a:pt x="2004019" y="1490972"/>
                  <a:pt x="2349500" y="1562100"/>
                </a:cubicBezTo>
                <a:cubicBezTo>
                  <a:pt x="2536161" y="1600530"/>
                  <a:pt x="2747769" y="1601056"/>
                  <a:pt x="2940050" y="1606550"/>
                </a:cubicBezTo>
                <a:lnTo>
                  <a:pt x="3810000" y="1587500"/>
                </a:lnTo>
                <a:lnTo>
                  <a:pt x="4241800" y="1581150"/>
                </a:lnTo>
                <a:lnTo>
                  <a:pt x="4508500" y="1574800"/>
                </a:lnTo>
                <a:lnTo>
                  <a:pt x="4883150" y="1568450"/>
                </a:lnTo>
                <a:cubicBezTo>
                  <a:pt x="4974167" y="1564217"/>
                  <a:pt x="5065310" y="1562151"/>
                  <a:pt x="5156200" y="1555750"/>
                </a:cubicBezTo>
                <a:cubicBezTo>
                  <a:pt x="5250605" y="1549102"/>
                  <a:pt x="5404709" y="1528637"/>
                  <a:pt x="5499100" y="1511300"/>
                </a:cubicBezTo>
                <a:cubicBezTo>
                  <a:pt x="5548101" y="1502300"/>
                  <a:pt x="5597246" y="1493237"/>
                  <a:pt x="5645150" y="1479550"/>
                </a:cubicBezTo>
                <a:cubicBezTo>
                  <a:pt x="5686360" y="1467776"/>
                  <a:pt x="5726092" y="1451231"/>
                  <a:pt x="5765800" y="1435100"/>
                </a:cubicBezTo>
                <a:cubicBezTo>
                  <a:pt x="5810297" y="1417023"/>
                  <a:pt x="5880254" y="1384505"/>
                  <a:pt x="5918200" y="1352550"/>
                </a:cubicBezTo>
                <a:cubicBezTo>
                  <a:pt x="6046140" y="1244811"/>
                  <a:pt x="5913761" y="1328543"/>
                  <a:pt x="6000750" y="1276350"/>
                </a:cubicBezTo>
                <a:cubicBezTo>
                  <a:pt x="6007100" y="1261533"/>
                  <a:pt x="6012081" y="1246052"/>
                  <a:pt x="6019800" y="1231900"/>
                </a:cubicBezTo>
                <a:cubicBezTo>
                  <a:pt x="6024868" y="1222609"/>
                  <a:pt x="6034552" y="1216171"/>
                  <a:pt x="6038850" y="1206500"/>
                </a:cubicBezTo>
                <a:cubicBezTo>
                  <a:pt x="6043233" y="1196637"/>
                  <a:pt x="6040734" y="1184576"/>
                  <a:pt x="6045200" y="1174750"/>
                </a:cubicBezTo>
                <a:cubicBezTo>
                  <a:pt x="6051516" y="1160855"/>
                  <a:pt x="6062747" y="1149738"/>
                  <a:pt x="6070600" y="1136650"/>
                </a:cubicBezTo>
                <a:cubicBezTo>
                  <a:pt x="6114145" y="1064075"/>
                  <a:pt x="6093889" y="1092897"/>
                  <a:pt x="6127750" y="1047750"/>
                </a:cubicBezTo>
                <a:cubicBezTo>
                  <a:pt x="6140966" y="994887"/>
                  <a:pt x="6124874" y="1047153"/>
                  <a:pt x="6146800" y="1003300"/>
                </a:cubicBezTo>
                <a:cubicBezTo>
                  <a:pt x="6149793" y="997313"/>
                  <a:pt x="6150513" y="990402"/>
                  <a:pt x="6153150" y="984250"/>
                </a:cubicBezTo>
                <a:cubicBezTo>
                  <a:pt x="6162818" y="961692"/>
                  <a:pt x="6165795" y="958932"/>
                  <a:pt x="6178550" y="939800"/>
                </a:cubicBezTo>
                <a:cubicBezTo>
                  <a:pt x="6185927" y="910293"/>
                  <a:pt x="6184900" y="923127"/>
                  <a:pt x="6184900" y="901700"/>
                </a:cubicBezTo>
              </a:path>
            </a:pathLst>
          </a:custGeom>
          <a:noFill/>
          <a:ln w="38100">
            <a:solidFill>
              <a:schemeClr val="tx1"/>
            </a:solidFill>
            <a:prstDash val="solid"/>
            <a:headEnd type="diamond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8" name="Figura a mano libera: forma 77">
            <a:extLst>
              <a:ext uri="{FF2B5EF4-FFF2-40B4-BE49-F238E27FC236}">
                <a16:creationId xmlns:a16="http://schemas.microsoft.com/office/drawing/2014/main" id="{A707B19E-6D49-0D9D-26FA-16A2FFD3F6E2}"/>
              </a:ext>
            </a:extLst>
          </p:cNvPr>
          <p:cNvSpPr/>
          <p:nvPr/>
        </p:nvSpPr>
        <p:spPr>
          <a:xfrm>
            <a:off x="4710111" y="3417395"/>
            <a:ext cx="5969000" cy="824223"/>
          </a:xfrm>
          <a:custGeom>
            <a:avLst/>
            <a:gdLst>
              <a:gd name="connsiteX0" fmla="*/ 0 w 5969000"/>
              <a:gd name="connsiteY0" fmla="*/ 824223 h 824223"/>
              <a:gd name="connsiteX1" fmla="*/ 31750 w 5969000"/>
              <a:gd name="connsiteY1" fmla="*/ 739853 h 824223"/>
              <a:gd name="connsiteX2" fmla="*/ 342900 w 5969000"/>
              <a:gd name="connsiteY2" fmla="*/ 545155 h 824223"/>
              <a:gd name="connsiteX3" fmla="*/ 457200 w 5969000"/>
              <a:gd name="connsiteY3" fmla="*/ 460786 h 824223"/>
              <a:gd name="connsiteX4" fmla="*/ 539750 w 5969000"/>
              <a:gd name="connsiteY4" fmla="*/ 421846 h 824223"/>
              <a:gd name="connsiteX5" fmla="*/ 673100 w 5969000"/>
              <a:gd name="connsiteY5" fmla="*/ 337477 h 824223"/>
              <a:gd name="connsiteX6" fmla="*/ 825500 w 5969000"/>
              <a:gd name="connsiteY6" fmla="*/ 266087 h 824223"/>
              <a:gd name="connsiteX7" fmla="*/ 1022350 w 5969000"/>
              <a:gd name="connsiteY7" fmla="*/ 188208 h 824223"/>
              <a:gd name="connsiteX8" fmla="*/ 1143000 w 5969000"/>
              <a:gd name="connsiteY8" fmla="*/ 149268 h 824223"/>
              <a:gd name="connsiteX9" fmla="*/ 1530350 w 5969000"/>
              <a:gd name="connsiteY9" fmla="*/ 25959 h 824223"/>
              <a:gd name="connsiteX10" fmla="*/ 1651000 w 5969000"/>
              <a:gd name="connsiteY10" fmla="*/ 12979 h 824223"/>
              <a:gd name="connsiteX11" fmla="*/ 2057400 w 5969000"/>
              <a:gd name="connsiteY11" fmla="*/ 0 h 824223"/>
              <a:gd name="connsiteX12" fmla="*/ 3060700 w 5969000"/>
              <a:gd name="connsiteY12" fmla="*/ 6489 h 824223"/>
              <a:gd name="connsiteX13" fmla="*/ 3130550 w 5969000"/>
              <a:gd name="connsiteY13" fmla="*/ 19469 h 824223"/>
              <a:gd name="connsiteX14" fmla="*/ 3238500 w 5969000"/>
              <a:gd name="connsiteY14" fmla="*/ 25959 h 824223"/>
              <a:gd name="connsiteX15" fmla="*/ 3505200 w 5969000"/>
              <a:gd name="connsiteY15" fmla="*/ 38939 h 824223"/>
              <a:gd name="connsiteX16" fmla="*/ 4083050 w 5969000"/>
              <a:gd name="connsiteY16" fmla="*/ 51919 h 824223"/>
              <a:gd name="connsiteX17" fmla="*/ 4197350 w 5969000"/>
              <a:gd name="connsiteY17" fmla="*/ 64899 h 824223"/>
              <a:gd name="connsiteX18" fmla="*/ 4248150 w 5969000"/>
              <a:gd name="connsiteY18" fmla="*/ 77879 h 824223"/>
              <a:gd name="connsiteX19" fmla="*/ 4305300 w 5969000"/>
              <a:gd name="connsiteY19" fmla="*/ 90859 h 824223"/>
              <a:gd name="connsiteX20" fmla="*/ 4375150 w 5969000"/>
              <a:gd name="connsiteY20" fmla="*/ 116819 h 824223"/>
              <a:gd name="connsiteX21" fmla="*/ 4476750 w 5969000"/>
              <a:gd name="connsiteY21" fmla="*/ 149268 h 824223"/>
              <a:gd name="connsiteX22" fmla="*/ 4527550 w 5969000"/>
              <a:gd name="connsiteY22" fmla="*/ 168738 h 824223"/>
              <a:gd name="connsiteX23" fmla="*/ 4591050 w 5969000"/>
              <a:gd name="connsiteY23" fmla="*/ 188208 h 824223"/>
              <a:gd name="connsiteX24" fmla="*/ 4756150 w 5969000"/>
              <a:gd name="connsiteY24" fmla="*/ 246617 h 824223"/>
              <a:gd name="connsiteX25" fmla="*/ 4819650 w 5969000"/>
              <a:gd name="connsiteY25" fmla="*/ 253107 h 824223"/>
              <a:gd name="connsiteX26" fmla="*/ 4851400 w 5969000"/>
              <a:gd name="connsiteY26" fmla="*/ 266087 h 824223"/>
              <a:gd name="connsiteX27" fmla="*/ 4876800 w 5969000"/>
              <a:gd name="connsiteY27" fmla="*/ 272577 h 824223"/>
              <a:gd name="connsiteX28" fmla="*/ 4908550 w 5969000"/>
              <a:gd name="connsiteY28" fmla="*/ 292047 h 824223"/>
              <a:gd name="connsiteX29" fmla="*/ 4933950 w 5969000"/>
              <a:gd name="connsiteY29" fmla="*/ 298537 h 824223"/>
              <a:gd name="connsiteX30" fmla="*/ 5054600 w 5969000"/>
              <a:gd name="connsiteY30" fmla="*/ 318007 h 824223"/>
              <a:gd name="connsiteX31" fmla="*/ 5429250 w 5969000"/>
              <a:gd name="connsiteY31" fmla="*/ 330987 h 824223"/>
              <a:gd name="connsiteX32" fmla="*/ 5499100 w 5969000"/>
              <a:gd name="connsiteY32" fmla="*/ 343967 h 824223"/>
              <a:gd name="connsiteX33" fmla="*/ 5530850 w 5969000"/>
              <a:gd name="connsiteY33" fmla="*/ 350457 h 824223"/>
              <a:gd name="connsiteX34" fmla="*/ 5556250 w 5969000"/>
              <a:gd name="connsiteY34" fmla="*/ 363436 h 824223"/>
              <a:gd name="connsiteX35" fmla="*/ 5575300 w 5969000"/>
              <a:gd name="connsiteY35" fmla="*/ 376416 h 824223"/>
              <a:gd name="connsiteX36" fmla="*/ 5607050 w 5969000"/>
              <a:gd name="connsiteY36" fmla="*/ 382906 h 824223"/>
              <a:gd name="connsiteX37" fmla="*/ 5632450 w 5969000"/>
              <a:gd name="connsiteY37" fmla="*/ 389396 h 824223"/>
              <a:gd name="connsiteX38" fmla="*/ 5676900 w 5969000"/>
              <a:gd name="connsiteY38" fmla="*/ 408866 h 824223"/>
              <a:gd name="connsiteX39" fmla="*/ 5740400 w 5969000"/>
              <a:gd name="connsiteY39" fmla="*/ 421846 h 824223"/>
              <a:gd name="connsiteX40" fmla="*/ 5759450 w 5969000"/>
              <a:gd name="connsiteY40" fmla="*/ 428336 h 824223"/>
              <a:gd name="connsiteX41" fmla="*/ 5930900 w 5969000"/>
              <a:gd name="connsiteY41" fmla="*/ 421846 h 824223"/>
              <a:gd name="connsiteX42" fmla="*/ 5969000 w 5969000"/>
              <a:gd name="connsiteY42" fmla="*/ 408866 h 824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969000" h="824223" extrusionOk="0">
                <a:moveTo>
                  <a:pt x="0" y="824223"/>
                </a:moveTo>
                <a:cubicBezTo>
                  <a:pt x="10099" y="790348"/>
                  <a:pt x="8590" y="762898"/>
                  <a:pt x="31750" y="739853"/>
                </a:cubicBezTo>
                <a:cubicBezTo>
                  <a:pt x="181541" y="590966"/>
                  <a:pt x="189901" y="631114"/>
                  <a:pt x="342900" y="545155"/>
                </a:cubicBezTo>
                <a:cubicBezTo>
                  <a:pt x="378533" y="518690"/>
                  <a:pt x="418259" y="486344"/>
                  <a:pt x="457200" y="460786"/>
                </a:cubicBezTo>
                <a:cubicBezTo>
                  <a:pt x="486384" y="440156"/>
                  <a:pt x="508242" y="439114"/>
                  <a:pt x="539750" y="421846"/>
                </a:cubicBezTo>
                <a:cubicBezTo>
                  <a:pt x="812296" y="281393"/>
                  <a:pt x="345626" y="484301"/>
                  <a:pt x="673100" y="337477"/>
                </a:cubicBezTo>
                <a:cubicBezTo>
                  <a:pt x="716216" y="312172"/>
                  <a:pt x="774938" y="291812"/>
                  <a:pt x="825500" y="266087"/>
                </a:cubicBezTo>
                <a:cubicBezTo>
                  <a:pt x="891363" y="243303"/>
                  <a:pt x="959095" y="207866"/>
                  <a:pt x="1022350" y="188208"/>
                </a:cubicBezTo>
                <a:cubicBezTo>
                  <a:pt x="1063357" y="174845"/>
                  <a:pt x="1105431" y="163952"/>
                  <a:pt x="1143000" y="149268"/>
                </a:cubicBezTo>
                <a:cubicBezTo>
                  <a:pt x="1253579" y="112205"/>
                  <a:pt x="1437445" y="45740"/>
                  <a:pt x="1530350" y="25959"/>
                </a:cubicBezTo>
                <a:cubicBezTo>
                  <a:pt x="1576249" y="16493"/>
                  <a:pt x="1615537" y="14267"/>
                  <a:pt x="1651000" y="12979"/>
                </a:cubicBezTo>
                <a:cubicBezTo>
                  <a:pt x="1715969" y="8205"/>
                  <a:pt x="2015992" y="-3699"/>
                  <a:pt x="2057400" y="0"/>
                </a:cubicBezTo>
                <a:cubicBezTo>
                  <a:pt x="2521791" y="-59342"/>
                  <a:pt x="2614621" y="-58248"/>
                  <a:pt x="3060700" y="6489"/>
                </a:cubicBezTo>
                <a:cubicBezTo>
                  <a:pt x="3084772" y="6019"/>
                  <a:pt x="3104501" y="14642"/>
                  <a:pt x="3130550" y="19469"/>
                </a:cubicBezTo>
                <a:cubicBezTo>
                  <a:pt x="3168230" y="16947"/>
                  <a:pt x="3208036" y="19723"/>
                  <a:pt x="3238500" y="25959"/>
                </a:cubicBezTo>
                <a:cubicBezTo>
                  <a:pt x="3317872" y="35126"/>
                  <a:pt x="3411896" y="53789"/>
                  <a:pt x="3505200" y="38939"/>
                </a:cubicBezTo>
                <a:cubicBezTo>
                  <a:pt x="3930614" y="65788"/>
                  <a:pt x="3764959" y="22378"/>
                  <a:pt x="4083050" y="51919"/>
                </a:cubicBezTo>
                <a:cubicBezTo>
                  <a:pt x="4111019" y="48268"/>
                  <a:pt x="4162644" y="63697"/>
                  <a:pt x="4197350" y="64899"/>
                </a:cubicBezTo>
                <a:cubicBezTo>
                  <a:pt x="4212269" y="68869"/>
                  <a:pt x="4231212" y="70966"/>
                  <a:pt x="4248150" y="77879"/>
                </a:cubicBezTo>
                <a:cubicBezTo>
                  <a:pt x="4266123" y="79790"/>
                  <a:pt x="4284118" y="87203"/>
                  <a:pt x="4305300" y="90859"/>
                </a:cubicBezTo>
                <a:cubicBezTo>
                  <a:pt x="4326222" y="97771"/>
                  <a:pt x="4351746" y="109651"/>
                  <a:pt x="4375150" y="116819"/>
                </a:cubicBezTo>
                <a:cubicBezTo>
                  <a:pt x="4402760" y="127831"/>
                  <a:pt x="4439468" y="137923"/>
                  <a:pt x="4476750" y="149268"/>
                </a:cubicBezTo>
                <a:cubicBezTo>
                  <a:pt x="4490680" y="155877"/>
                  <a:pt x="4510849" y="164549"/>
                  <a:pt x="4527550" y="168738"/>
                </a:cubicBezTo>
                <a:cubicBezTo>
                  <a:pt x="4548663" y="176388"/>
                  <a:pt x="4572347" y="178080"/>
                  <a:pt x="4591050" y="188208"/>
                </a:cubicBezTo>
                <a:cubicBezTo>
                  <a:pt x="4634310" y="208172"/>
                  <a:pt x="4727522" y="242190"/>
                  <a:pt x="4756150" y="246617"/>
                </a:cubicBezTo>
                <a:cubicBezTo>
                  <a:pt x="4767441" y="249917"/>
                  <a:pt x="4792490" y="255178"/>
                  <a:pt x="4819650" y="253107"/>
                </a:cubicBezTo>
                <a:cubicBezTo>
                  <a:pt x="4831500" y="258314"/>
                  <a:pt x="4839615" y="262979"/>
                  <a:pt x="4851400" y="266087"/>
                </a:cubicBezTo>
                <a:cubicBezTo>
                  <a:pt x="4859656" y="269131"/>
                  <a:pt x="4868867" y="269144"/>
                  <a:pt x="4876800" y="272577"/>
                </a:cubicBezTo>
                <a:cubicBezTo>
                  <a:pt x="4886569" y="279470"/>
                  <a:pt x="4897156" y="287076"/>
                  <a:pt x="4908550" y="292047"/>
                </a:cubicBezTo>
                <a:cubicBezTo>
                  <a:pt x="4915340" y="296375"/>
                  <a:pt x="4925370" y="296857"/>
                  <a:pt x="4933950" y="298537"/>
                </a:cubicBezTo>
                <a:cubicBezTo>
                  <a:pt x="4978069" y="310445"/>
                  <a:pt x="5015147" y="317771"/>
                  <a:pt x="5054600" y="318007"/>
                </a:cubicBezTo>
                <a:cubicBezTo>
                  <a:pt x="5286671" y="315461"/>
                  <a:pt x="5168377" y="311413"/>
                  <a:pt x="5429250" y="330987"/>
                </a:cubicBezTo>
                <a:cubicBezTo>
                  <a:pt x="5442845" y="329228"/>
                  <a:pt x="5469356" y="333899"/>
                  <a:pt x="5499100" y="343967"/>
                </a:cubicBezTo>
                <a:cubicBezTo>
                  <a:pt x="5510065" y="345601"/>
                  <a:pt x="5520710" y="347222"/>
                  <a:pt x="5530850" y="350457"/>
                </a:cubicBezTo>
                <a:cubicBezTo>
                  <a:pt x="5539795" y="353171"/>
                  <a:pt x="5546168" y="358379"/>
                  <a:pt x="5556250" y="363436"/>
                </a:cubicBezTo>
                <a:cubicBezTo>
                  <a:pt x="5563440" y="368135"/>
                  <a:pt x="5567332" y="373316"/>
                  <a:pt x="5575300" y="376416"/>
                </a:cubicBezTo>
                <a:cubicBezTo>
                  <a:pt x="5584744" y="382224"/>
                  <a:pt x="5597051" y="382325"/>
                  <a:pt x="5607050" y="382906"/>
                </a:cubicBezTo>
                <a:cubicBezTo>
                  <a:pt x="5616086" y="385008"/>
                  <a:pt x="5623928" y="387120"/>
                  <a:pt x="5632450" y="389396"/>
                </a:cubicBezTo>
                <a:cubicBezTo>
                  <a:pt x="5677431" y="400750"/>
                  <a:pt x="5629369" y="387024"/>
                  <a:pt x="5676900" y="408866"/>
                </a:cubicBezTo>
                <a:cubicBezTo>
                  <a:pt x="5692894" y="416125"/>
                  <a:pt x="5720903" y="418771"/>
                  <a:pt x="5740400" y="421846"/>
                </a:cubicBezTo>
                <a:cubicBezTo>
                  <a:pt x="5746839" y="422898"/>
                  <a:pt x="5753238" y="427107"/>
                  <a:pt x="5759450" y="428336"/>
                </a:cubicBezTo>
                <a:cubicBezTo>
                  <a:pt x="5823795" y="422769"/>
                  <a:pt x="5872548" y="424958"/>
                  <a:pt x="5930900" y="421846"/>
                </a:cubicBezTo>
                <a:cubicBezTo>
                  <a:pt x="5944232" y="420607"/>
                  <a:pt x="5969000" y="408866"/>
                  <a:pt x="5969000" y="408866"/>
                </a:cubicBezTo>
              </a:path>
            </a:pathLst>
          </a:custGeom>
          <a:noFill/>
          <a:ln>
            <a:solidFill>
              <a:srgbClr val="C00000"/>
            </a:solidFill>
            <a:prstDash val="solid"/>
            <a:headEnd type="diamond" w="med" len="med"/>
            <a:tailEnd type="triangle" w="med" len="med"/>
            <a:extLst>
              <a:ext uri="{C807C97D-BFC1-408E-A445-0C87EB9F89A2}">
                <ask:lineSketchStyleProps xmlns:ask="http://schemas.microsoft.com/office/drawing/2018/sketchyshapes" sd="589946748">
                  <a:custGeom>
                    <a:avLst/>
                    <a:gdLst>
                      <a:gd name="connsiteX0" fmla="*/ 0 w 5969000"/>
                      <a:gd name="connsiteY0" fmla="*/ 806450 h 806450"/>
                      <a:gd name="connsiteX1" fmla="*/ 31750 w 5969000"/>
                      <a:gd name="connsiteY1" fmla="*/ 723900 h 806450"/>
                      <a:gd name="connsiteX2" fmla="*/ 342900 w 5969000"/>
                      <a:gd name="connsiteY2" fmla="*/ 533400 h 806450"/>
                      <a:gd name="connsiteX3" fmla="*/ 457200 w 5969000"/>
                      <a:gd name="connsiteY3" fmla="*/ 450850 h 806450"/>
                      <a:gd name="connsiteX4" fmla="*/ 539750 w 5969000"/>
                      <a:gd name="connsiteY4" fmla="*/ 412750 h 806450"/>
                      <a:gd name="connsiteX5" fmla="*/ 673100 w 5969000"/>
                      <a:gd name="connsiteY5" fmla="*/ 330200 h 806450"/>
                      <a:gd name="connsiteX6" fmla="*/ 825500 w 5969000"/>
                      <a:gd name="connsiteY6" fmla="*/ 260350 h 806450"/>
                      <a:gd name="connsiteX7" fmla="*/ 1022350 w 5969000"/>
                      <a:gd name="connsiteY7" fmla="*/ 184150 h 806450"/>
                      <a:gd name="connsiteX8" fmla="*/ 1143000 w 5969000"/>
                      <a:gd name="connsiteY8" fmla="*/ 146050 h 806450"/>
                      <a:gd name="connsiteX9" fmla="*/ 1530350 w 5969000"/>
                      <a:gd name="connsiteY9" fmla="*/ 25400 h 806450"/>
                      <a:gd name="connsiteX10" fmla="*/ 1651000 w 5969000"/>
                      <a:gd name="connsiteY10" fmla="*/ 12700 h 806450"/>
                      <a:gd name="connsiteX11" fmla="*/ 2057400 w 5969000"/>
                      <a:gd name="connsiteY11" fmla="*/ 0 h 806450"/>
                      <a:gd name="connsiteX12" fmla="*/ 3060700 w 5969000"/>
                      <a:gd name="connsiteY12" fmla="*/ 6350 h 806450"/>
                      <a:gd name="connsiteX13" fmla="*/ 3130550 w 5969000"/>
                      <a:gd name="connsiteY13" fmla="*/ 19050 h 806450"/>
                      <a:gd name="connsiteX14" fmla="*/ 3238500 w 5969000"/>
                      <a:gd name="connsiteY14" fmla="*/ 25400 h 806450"/>
                      <a:gd name="connsiteX15" fmla="*/ 3505200 w 5969000"/>
                      <a:gd name="connsiteY15" fmla="*/ 38100 h 806450"/>
                      <a:gd name="connsiteX16" fmla="*/ 4083050 w 5969000"/>
                      <a:gd name="connsiteY16" fmla="*/ 50800 h 806450"/>
                      <a:gd name="connsiteX17" fmla="*/ 4197350 w 5969000"/>
                      <a:gd name="connsiteY17" fmla="*/ 63500 h 806450"/>
                      <a:gd name="connsiteX18" fmla="*/ 4248150 w 5969000"/>
                      <a:gd name="connsiteY18" fmla="*/ 76200 h 806450"/>
                      <a:gd name="connsiteX19" fmla="*/ 4305300 w 5969000"/>
                      <a:gd name="connsiteY19" fmla="*/ 88900 h 806450"/>
                      <a:gd name="connsiteX20" fmla="*/ 4375150 w 5969000"/>
                      <a:gd name="connsiteY20" fmla="*/ 114300 h 806450"/>
                      <a:gd name="connsiteX21" fmla="*/ 4476750 w 5969000"/>
                      <a:gd name="connsiteY21" fmla="*/ 146050 h 806450"/>
                      <a:gd name="connsiteX22" fmla="*/ 4527550 w 5969000"/>
                      <a:gd name="connsiteY22" fmla="*/ 165100 h 806450"/>
                      <a:gd name="connsiteX23" fmla="*/ 4591050 w 5969000"/>
                      <a:gd name="connsiteY23" fmla="*/ 184150 h 806450"/>
                      <a:gd name="connsiteX24" fmla="*/ 4756150 w 5969000"/>
                      <a:gd name="connsiteY24" fmla="*/ 241300 h 806450"/>
                      <a:gd name="connsiteX25" fmla="*/ 4819650 w 5969000"/>
                      <a:gd name="connsiteY25" fmla="*/ 247650 h 806450"/>
                      <a:gd name="connsiteX26" fmla="*/ 4851400 w 5969000"/>
                      <a:gd name="connsiteY26" fmla="*/ 260350 h 806450"/>
                      <a:gd name="connsiteX27" fmla="*/ 4876800 w 5969000"/>
                      <a:gd name="connsiteY27" fmla="*/ 266700 h 806450"/>
                      <a:gd name="connsiteX28" fmla="*/ 4908550 w 5969000"/>
                      <a:gd name="connsiteY28" fmla="*/ 285750 h 806450"/>
                      <a:gd name="connsiteX29" fmla="*/ 4933950 w 5969000"/>
                      <a:gd name="connsiteY29" fmla="*/ 292100 h 806450"/>
                      <a:gd name="connsiteX30" fmla="*/ 5054600 w 5969000"/>
                      <a:gd name="connsiteY30" fmla="*/ 311150 h 806450"/>
                      <a:gd name="connsiteX31" fmla="*/ 5429250 w 5969000"/>
                      <a:gd name="connsiteY31" fmla="*/ 323850 h 806450"/>
                      <a:gd name="connsiteX32" fmla="*/ 5499100 w 5969000"/>
                      <a:gd name="connsiteY32" fmla="*/ 336550 h 806450"/>
                      <a:gd name="connsiteX33" fmla="*/ 5530850 w 5969000"/>
                      <a:gd name="connsiteY33" fmla="*/ 342900 h 806450"/>
                      <a:gd name="connsiteX34" fmla="*/ 5556250 w 5969000"/>
                      <a:gd name="connsiteY34" fmla="*/ 355600 h 806450"/>
                      <a:gd name="connsiteX35" fmla="*/ 5575300 w 5969000"/>
                      <a:gd name="connsiteY35" fmla="*/ 368300 h 806450"/>
                      <a:gd name="connsiteX36" fmla="*/ 5607050 w 5969000"/>
                      <a:gd name="connsiteY36" fmla="*/ 374650 h 806450"/>
                      <a:gd name="connsiteX37" fmla="*/ 5632450 w 5969000"/>
                      <a:gd name="connsiteY37" fmla="*/ 381000 h 806450"/>
                      <a:gd name="connsiteX38" fmla="*/ 5676900 w 5969000"/>
                      <a:gd name="connsiteY38" fmla="*/ 400050 h 806450"/>
                      <a:gd name="connsiteX39" fmla="*/ 5740400 w 5969000"/>
                      <a:gd name="connsiteY39" fmla="*/ 412750 h 806450"/>
                      <a:gd name="connsiteX40" fmla="*/ 5759450 w 5969000"/>
                      <a:gd name="connsiteY40" fmla="*/ 419100 h 806450"/>
                      <a:gd name="connsiteX41" fmla="*/ 5930900 w 5969000"/>
                      <a:gd name="connsiteY41" fmla="*/ 412750 h 806450"/>
                      <a:gd name="connsiteX42" fmla="*/ 5969000 w 5969000"/>
                      <a:gd name="connsiteY42" fmla="*/ 400050 h 8064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</a:cxnLst>
                    <a:rect l="l" t="t" r="r" b="b"/>
                    <a:pathLst>
                      <a:path w="5969000" h="806450">
                        <a:moveTo>
                          <a:pt x="0" y="806450"/>
                        </a:moveTo>
                        <a:cubicBezTo>
                          <a:pt x="10583" y="778933"/>
                          <a:pt x="10903" y="744747"/>
                          <a:pt x="31750" y="723900"/>
                        </a:cubicBezTo>
                        <a:cubicBezTo>
                          <a:pt x="179415" y="576235"/>
                          <a:pt x="191242" y="622839"/>
                          <a:pt x="342900" y="533400"/>
                        </a:cubicBezTo>
                        <a:cubicBezTo>
                          <a:pt x="383382" y="509526"/>
                          <a:pt x="417130" y="475409"/>
                          <a:pt x="457200" y="450850"/>
                        </a:cubicBezTo>
                        <a:cubicBezTo>
                          <a:pt x="483039" y="435013"/>
                          <a:pt x="512643" y="426303"/>
                          <a:pt x="539750" y="412750"/>
                        </a:cubicBezTo>
                        <a:cubicBezTo>
                          <a:pt x="792622" y="286314"/>
                          <a:pt x="341980" y="504958"/>
                          <a:pt x="673100" y="330200"/>
                        </a:cubicBezTo>
                        <a:cubicBezTo>
                          <a:pt x="722521" y="304117"/>
                          <a:pt x="774435" y="283046"/>
                          <a:pt x="825500" y="260350"/>
                        </a:cubicBezTo>
                        <a:cubicBezTo>
                          <a:pt x="885660" y="233612"/>
                          <a:pt x="962485" y="204630"/>
                          <a:pt x="1022350" y="184150"/>
                        </a:cubicBezTo>
                        <a:cubicBezTo>
                          <a:pt x="1062254" y="170499"/>
                          <a:pt x="1102990" y="159387"/>
                          <a:pt x="1143000" y="146050"/>
                        </a:cubicBezTo>
                        <a:cubicBezTo>
                          <a:pt x="1256138" y="108337"/>
                          <a:pt x="1434212" y="35520"/>
                          <a:pt x="1530350" y="25400"/>
                        </a:cubicBezTo>
                        <a:cubicBezTo>
                          <a:pt x="1570567" y="21167"/>
                          <a:pt x="1610647" y="15332"/>
                          <a:pt x="1651000" y="12700"/>
                        </a:cubicBezTo>
                        <a:cubicBezTo>
                          <a:pt x="1716459" y="8431"/>
                          <a:pt x="2017736" y="1072"/>
                          <a:pt x="2057400" y="0"/>
                        </a:cubicBezTo>
                        <a:lnTo>
                          <a:pt x="3060700" y="6350"/>
                        </a:lnTo>
                        <a:cubicBezTo>
                          <a:pt x="3084361" y="6770"/>
                          <a:pt x="3107020" y="16529"/>
                          <a:pt x="3130550" y="19050"/>
                        </a:cubicBezTo>
                        <a:cubicBezTo>
                          <a:pt x="3166390" y="22890"/>
                          <a:pt x="3202501" y="23570"/>
                          <a:pt x="3238500" y="25400"/>
                        </a:cubicBezTo>
                        <a:cubicBezTo>
                          <a:pt x="3327386" y="29920"/>
                          <a:pt x="3416212" y="36592"/>
                          <a:pt x="3505200" y="38100"/>
                        </a:cubicBezTo>
                        <a:cubicBezTo>
                          <a:pt x="3947607" y="45598"/>
                          <a:pt x="3755010" y="40549"/>
                          <a:pt x="4083050" y="50800"/>
                        </a:cubicBezTo>
                        <a:cubicBezTo>
                          <a:pt x="4112499" y="53477"/>
                          <a:pt x="4165162" y="57062"/>
                          <a:pt x="4197350" y="63500"/>
                        </a:cubicBezTo>
                        <a:cubicBezTo>
                          <a:pt x="4214466" y="66923"/>
                          <a:pt x="4231160" y="72202"/>
                          <a:pt x="4248150" y="76200"/>
                        </a:cubicBezTo>
                        <a:cubicBezTo>
                          <a:pt x="4267146" y="80670"/>
                          <a:pt x="4286608" y="83292"/>
                          <a:pt x="4305300" y="88900"/>
                        </a:cubicBezTo>
                        <a:cubicBezTo>
                          <a:pt x="4329030" y="96019"/>
                          <a:pt x="4351646" y="106465"/>
                          <a:pt x="4375150" y="114300"/>
                        </a:cubicBezTo>
                        <a:cubicBezTo>
                          <a:pt x="4408811" y="125520"/>
                          <a:pt x="4443089" y="134830"/>
                          <a:pt x="4476750" y="146050"/>
                        </a:cubicBezTo>
                        <a:cubicBezTo>
                          <a:pt x="4493907" y="151769"/>
                          <a:pt x="4510393" y="159381"/>
                          <a:pt x="4527550" y="165100"/>
                        </a:cubicBezTo>
                        <a:cubicBezTo>
                          <a:pt x="4548515" y="172088"/>
                          <a:pt x="4570085" y="177162"/>
                          <a:pt x="4591050" y="184150"/>
                        </a:cubicBezTo>
                        <a:cubicBezTo>
                          <a:pt x="4636044" y="199148"/>
                          <a:pt x="4721093" y="237794"/>
                          <a:pt x="4756150" y="241300"/>
                        </a:cubicBezTo>
                        <a:lnTo>
                          <a:pt x="4819650" y="247650"/>
                        </a:lnTo>
                        <a:cubicBezTo>
                          <a:pt x="4830233" y="251883"/>
                          <a:pt x="4840586" y="256745"/>
                          <a:pt x="4851400" y="260350"/>
                        </a:cubicBezTo>
                        <a:cubicBezTo>
                          <a:pt x="4859679" y="263110"/>
                          <a:pt x="4868825" y="263156"/>
                          <a:pt x="4876800" y="266700"/>
                        </a:cubicBezTo>
                        <a:cubicBezTo>
                          <a:pt x="4888078" y="271713"/>
                          <a:pt x="4897272" y="280737"/>
                          <a:pt x="4908550" y="285750"/>
                        </a:cubicBezTo>
                        <a:cubicBezTo>
                          <a:pt x="4916525" y="289294"/>
                          <a:pt x="4925352" y="290605"/>
                          <a:pt x="4933950" y="292100"/>
                        </a:cubicBezTo>
                        <a:cubicBezTo>
                          <a:pt x="4974063" y="299076"/>
                          <a:pt x="5013918" y="309523"/>
                          <a:pt x="5054600" y="311150"/>
                        </a:cubicBezTo>
                        <a:cubicBezTo>
                          <a:pt x="5285290" y="320378"/>
                          <a:pt x="5160414" y="315943"/>
                          <a:pt x="5429250" y="323850"/>
                        </a:cubicBezTo>
                        <a:lnTo>
                          <a:pt x="5499100" y="336550"/>
                        </a:lnTo>
                        <a:cubicBezTo>
                          <a:pt x="5509708" y="338539"/>
                          <a:pt x="5520611" y="339487"/>
                          <a:pt x="5530850" y="342900"/>
                        </a:cubicBezTo>
                        <a:cubicBezTo>
                          <a:pt x="5539830" y="345893"/>
                          <a:pt x="5548031" y="350904"/>
                          <a:pt x="5556250" y="355600"/>
                        </a:cubicBezTo>
                        <a:cubicBezTo>
                          <a:pt x="5562876" y="359386"/>
                          <a:pt x="5568154" y="365620"/>
                          <a:pt x="5575300" y="368300"/>
                        </a:cubicBezTo>
                        <a:cubicBezTo>
                          <a:pt x="5585406" y="372090"/>
                          <a:pt x="5596514" y="372309"/>
                          <a:pt x="5607050" y="374650"/>
                        </a:cubicBezTo>
                        <a:cubicBezTo>
                          <a:pt x="5615569" y="376543"/>
                          <a:pt x="5624059" y="378602"/>
                          <a:pt x="5632450" y="381000"/>
                        </a:cubicBezTo>
                        <a:cubicBezTo>
                          <a:pt x="5676602" y="393615"/>
                          <a:pt x="5622713" y="379730"/>
                          <a:pt x="5676900" y="400050"/>
                        </a:cubicBezTo>
                        <a:cubicBezTo>
                          <a:pt x="5695302" y="406951"/>
                          <a:pt x="5722443" y="408759"/>
                          <a:pt x="5740400" y="412750"/>
                        </a:cubicBezTo>
                        <a:cubicBezTo>
                          <a:pt x="5746934" y="414202"/>
                          <a:pt x="5753100" y="416983"/>
                          <a:pt x="5759450" y="419100"/>
                        </a:cubicBezTo>
                        <a:cubicBezTo>
                          <a:pt x="5816600" y="416983"/>
                          <a:pt x="5873946" y="417928"/>
                          <a:pt x="5930900" y="412750"/>
                        </a:cubicBezTo>
                        <a:cubicBezTo>
                          <a:pt x="5944232" y="411538"/>
                          <a:pt x="5969000" y="400050"/>
                          <a:pt x="5969000" y="40005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45FAE342-8906-7A49-046F-852614639DC3}"/>
              </a:ext>
            </a:extLst>
          </p:cNvPr>
          <p:cNvSpPr txBox="1"/>
          <p:nvPr/>
        </p:nvSpPr>
        <p:spPr>
          <a:xfrm>
            <a:off x="8032921" y="5636720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9 -&gt; 9 COM</a:t>
            </a: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53BEB40A-A276-9DFC-C1D0-4D61B47A8BA2}"/>
              </a:ext>
            </a:extLst>
          </p:cNvPr>
          <p:cNvSpPr txBox="1"/>
          <p:nvPr/>
        </p:nvSpPr>
        <p:spPr>
          <a:xfrm>
            <a:off x="7373936" y="3078718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</a:rPr>
              <a:t>8 -&gt; AI 1</a:t>
            </a:r>
          </a:p>
        </p:txBody>
      </p:sp>
    </p:spTree>
    <p:extLst>
      <p:ext uri="{BB962C8B-B14F-4D97-AF65-F5344CB8AC3E}">
        <p14:creationId xmlns:p14="http://schemas.microsoft.com/office/powerpoint/2010/main" val="1672622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5017A-BBA6-DA86-00B7-3DA7D3214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0CC74DE-54EC-3A3D-FCB7-6AACF84B3360}"/>
              </a:ext>
            </a:extLst>
          </p:cNvPr>
          <p:cNvSpPr txBox="1"/>
          <p:nvPr/>
        </p:nvSpPr>
        <p:spPr>
          <a:xfrm>
            <a:off x="444500" y="336550"/>
            <a:ext cx="7226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Interfaccia del banco per Enrichetto:</a:t>
            </a:r>
          </a:p>
          <a:p>
            <a:r>
              <a:rPr lang="it-IT" dirty="0"/>
              <a:t>Interno</a:t>
            </a:r>
          </a:p>
          <a:p>
            <a:r>
              <a:rPr lang="it-IT" sz="900" dirty="0"/>
              <a:t>Linea 24 V positiva sempre linea continua rossa;</a:t>
            </a:r>
          </a:p>
          <a:p>
            <a:r>
              <a:rPr lang="it-IT" sz="900" dirty="0"/>
              <a:t>Linea 24V negativa sempre linea continua nera</a:t>
            </a:r>
          </a:p>
          <a:p>
            <a:r>
              <a:rPr lang="it-IT" sz="900" dirty="0"/>
              <a:t>Linea 12 V positiva sempre tratto rosso</a:t>
            </a:r>
          </a:p>
          <a:p>
            <a:r>
              <a:rPr lang="it-IT" sz="900" dirty="0"/>
              <a:t>Linea 12 V negativa sempre tratto nero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F0CAD7F-9DCF-6889-772D-94C34ED9E6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4500" y="1670050"/>
            <a:ext cx="14859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Alimentatore</a:t>
            </a:r>
          </a:p>
          <a:p>
            <a:r>
              <a:rPr lang="it-IT" dirty="0"/>
              <a:t>12 V</a:t>
            </a:r>
          </a:p>
          <a:p>
            <a:endParaRPr lang="it-IT" dirty="0"/>
          </a:p>
          <a:p>
            <a:endParaRPr lang="it-IT" dirty="0"/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95FE0401-4DB8-DCD6-9E9A-009E2FC6D0E1}"/>
              </a:ext>
            </a:extLst>
          </p:cNvPr>
          <p:cNvCxnSpPr>
            <a:cxnSpLocks/>
          </p:cNvCxnSpPr>
          <p:nvPr/>
        </p:nvCxnSpPr>
        <p:spPr>
          <a:xfrm>
            <a:off x="1974850" y="1917700"/>
            <a:ext cx="2984500" cy="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9D98DB25-0DA8-C8CA-7D70-70DA34FC5478}"/>
              </a:ext>
            </a:extLst>
          </p:cNvPr>
          <p:cNvCxnSpPr>
            <a:cxnSpLocks/>
          </p:cNvCxnSpPr>
          <p:nvPr/>
        </p:nvCxnSpPr>
        <p:spPr>
          <a:xfrm>
            <a:off x="1974850" y="2355850"/>
            <a:ext cx="29845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882CA4C-3C3B-6885-6423-C743B897D28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5277" y="3070225"/>
            <a:ext cx="13081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DB15 LVDT</a:t>
            </a:r>
          </a:p>
          <a:p>
            <a:r>
              <a:rPr lang="it-IT" dirty="0"/>
              <a:t>femmina:</a:t>
            </a:r>
          </a:p>
          <a:p>
            <a:endParaRPr lang="it-IT" dirty="0"/>
          </a:p>
          <a:p>
            <a:endParaRPr lang="it-IT" dirty="0"/>
          </a:p>
          <a:p>
            <a:pPr algn="r"/>
            <a:r>
              <a:rPr lang="it-IT" u="sng" dirty="0"/>
              <a:t>11</a:t>
            </a:r>
          </a:p>
          <a:p>
            <a:pPr algn="r"/>
            <a:r>
              <a:rPr lang="it-IT" u="sng" dirty="0"/>
              <a:t>12</a:t>
            </a:r>
          </a:p>
          <a:p>
            <a:pPr algn="r"/>
            <a:r>
              <a:rPr lang="it-IT" u="sng" dirty="0"/>
              <a:t>14</a:t>
            </a:r>
          </a:p>
          <a:p>
            <a:pPr algn="r"/>
            <a:r>
              <a:rPr lang="it-IT" u="sng" dirty="0"/>
              <a:t>9</a:t>
            </a:r>
          </a:p>
        </p:txBody>
      </p:sp>
      <p:pic>
        <p:nvPicPr>
          <p:cNvPr id="71" name="Immagine 70">
            <a:extLst>
              <a:ext uri="{FF2B5EF4-FFF2-40B4-BE49-F238E27FC236}">
                <a16:creationId xmlns:a16="http://schemas.microsoft.com/office/drawing/2014/main" id="{50BB9F44-8F7B-7D4C-5C04-E80EE541F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024" y="3357356"/>
            <a:ext cx="1171739" cy="296268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341504BE-A117-3F99-D73D-7042AE064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500" y="1531541"/>
            <a:ext cx="1708150" cy="1648617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B5F7ACC-B972-103B-0ADB-EC2328299967}"/>
              </a:ext>
            </a:extLst>
          </p:cNvPr>
          <p:cNvSpPr txBox="1"/>
          <p:nvPr/>
        </p:nvSpPr>
        <p:spPr>
          <a:xfrm>
            <a:off x="10515600" y="1581150"/>
            <a:ext cx="14859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Alimentatore</a:t>
            </a:r>
          </a:p>
          <a:p>
            <a:r>
              <a:rPr lang="it-IT" dirty="0"/>
              <a:t>24 V</a:t>
            </a:r>
          </a:p>
          <a:p>
            <a:endParaRPr lang="it-IT" dirty="0"/>
          </a:p>
          <a:p>
            <a:endParaRPr lang="it-IT" dirty="0"/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361E5B58-524B-29E2-4029-8F90BC22D430}"/>
              </a:ext>
            </a:extLst>
          </p:cNvPr>
          <p:cNvCxnSpPr>
            <a:cxnSpLocks/>
          </p:cNvCxnSpPr>
          <p:nvPr/>
        </p:nvCxnSpPr>
        <p:spPr>
          <a:xfrm>
            <a:off x="6597650" y="1930400"/>
            <a:ext cx="39179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6C977A14-E27D-AEDC-6292-9EE1A4BD12E5}"/>
              </a:ext>
            </a:extLst>
          </p:cNvPr>
          <p:cNvCxnSpPr>
            <a:cxnSpLocks/>
          </p:cNvCxnSpPr>
          <p:nvPr/>
        </p:nvCxnSpPr>
        <p:spPr>
          <a:xfrm>
            <a:off x="6654800" y="2305050"/>
            <a:ext cx="3860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E7353963-8622-0776-23E6-CD7257F28285}"/>
              </a:ext>
            </a:extLst>
          </p:cNvPr>
          <p:cNvCxnSpPr>
            <a:cxnSpLocks/>
          </p:cNvCxnSpPr>
          <p:nvPr/>
        </p:nvCxnSpPr>
        <p:spPr>
          <a:xfrm>
            <a:off x="5492750" y="3235514"/>
            <a:ext cx="0" cy="3578036"/>
          </a:xfrm>
          <a:prstGeom prst="line">
            <a:avLst/>
          </a:prstGeom>
          <a:ln>
            <a:solidFill>
              <a:schemeClr val="tx1"/>
            </a:solidFill>
            <a:prstDash val="lgDashDot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7DFED5F6-B6E0-1A55-0330-90C2DD4CC61C}"/>
              </a:ext>
            </a:extLst>
          </p:cNvPr>
          <p:cNvSpPr txBox="1"/>
          <p:nvPr/>
        </p:nvSpPr>
        <p:spPr>
          <a:xfrm>
            <a:off x="4552950" y="1203355"/>
            <a:ext cx="2552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Esce o 12 V o 24 V a seconda di dove si gira </a:t>
            </a:r>
          </a:p>
          <a:p>
            <a:r>
              <a:rPr lang="it-IT" sz="1000" dirty="0"/>
              <a:t>se lato 1 (12V) se lato 2 (24V)</a:t>
            </a:r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7877D700-48D1-394E-31BF-123B62AE80AB}"/>
              </a:ext>
            </a:extLst>
          </p:cNvPr>
          <p:cNvCxnSpPr>
            <a:cxnSpLocks/>
          </p:cNvCxnSpPr>
          <p:nvPr/>
        </p:nvCxnSpPr>
        <p:spPr>
          <a:xfrm flipH="1">
            <a:off x="1638300" y="4352736"/>
            <a:ext cx="3854450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9A0BAD50-10DE-3ABE-C715-171EB57D6F8F}"/>
              </a:ext>
            </a:extLst>
          </p:cNvPr>
          <p:cNvCxnSpPr>
            <a:cxnSpLocks/>
          </p:cNvCxnSpPr>
          <p:nvPr/>
        </p:nvCxnSpPr>
        <p:spPr>
          <a:xfrm flipH="1">
            <a:off x="1638300" y="4638486"/>
            <a:ext cx="4105275" cy="0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E2FDBEA9-573F-C237-CC79-913F28BCCD0A}"/>
              </a:ext>
            </a:extLst>
          </p:cNvPr>
          <p:cNvCxnSpPr>
            <a:cxnSpLocks/>
          </p:cNvCxnSpPr>
          <p:nvPr/>
        </p:nvCxnSpPr>
        <p:spPr>
          <a:xfrm>
            <a:off x="5816599" y="3235514"/>
            <a:ext cx="0" cy="3578036"/>
          </a:xfrm>
          <a:prstGeom prst="line">
            <a:avLst/>
          </a:prstGeom>
          <a:ln>
            <a:solidFill>
              <a:srgbClr val="FF0000"/>
            </a:solidFill>
            <a:prstDash val="lgDashDot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F2B416E7-24AE-1FE7-D84E-4811FE7A87D0}"/>
              </a:ext>
            </a:extLst>
          </p:cNvPr>
          <p:cNvCxnSpPr>
            <a:cxnSpLocks/>
          </p:cNvCxnSpPr>
          <p:nvPr/>
        </p:nvCxnSpPr>
        <p:spPr>
          <a:xfrm>
            <a:off x="1733377" y="5187950"/>
            <a:ext cx="9639473" cy="571500"/>
          </a:xfrm>
          <a:prstGeom prst="line">
            <a:avLst/>
          </a:prstGeom>
          <a:ln>
            <a:solidFill>
              <a:srgbClr val="00B050"/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3D5C09F8-7DA5-1A24-D6CD-2BBF1E8A3ACD}"/>
              </a:ext>
            </a:extLst>
          </p:cNvPr>
          <p:cNvCxnSpPr/>
          <p:nvPr/>
        </p:nvCxnSpPr>
        <p:spPr>
          <a:xfrm flipV="1">
            <a:off x="1733377" y="4743450"/>
            <a:ext cx="9639473" cy="158750"/>
          </a:xfrm>
          <a:prstGeom prst="line">
            <a:avLst/>
          </a:prstGeom>
          <a:ln>
            <a:solidFill>
              <a:srgbClr val="C00000"/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09317357-8919-EA59-9CFC-9124C92A0BEE}"/>
              </a:ext>
            </a:extLst>
          </p:cNvPr>
          <p:cNvSpPr txBox="1"/>
          <p:nvPr/>
        </p:nvSpPr>
        <p:spPr>
          <a:xfrm>
            <a:off x="7432675" y="4349928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</a:rPr>
              <a:t>14 -&gt; AI 2</a:t>
            </a:r>
          </a:p>
        </p:txBody>
      </p:sp>
    </p:spTree>
    <p:extLst>
      <p:ext uri="{BB962C8B-B14F-4D97-AF65-F5344CB8AC3E}">
        <p14:creationId xmlns:p14="http://schemas.microsoft.com/office/powerpoint/2010/main" val="2990316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CFC05-2798-43E8-D6FA-AA274EE85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806B2AC-B19B-8802-465F-412632701812}"/>
              </a:ext>
            </a:extLst>
          </p:cNvPr>
          <p:cNvSpPr txBox="1"/>
          <p:nvPr/>
        </p:nvSpPr>
        <p:spPr>
          <a:xfrm>
            <a:off x="444500" y="336550"/>
            <a:ext cx="7226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Interfaccia del banco per Enrichetto:</a:t>
            </a:r>
          </a:p>
          <a:p>
            <a:r>
              <a:rPr lang="it-IT" dirty="0"/>
              <a:t>Interno</a:t>
            </a:r>
          </a:p>
          <a:p>
            <a:r>
              <a:rPr lang="it-IT" sz="900" dirty="0"/>
              <a:t>Linea 24 V positiva sempre linea continua rossa;</a:t>
            </a:r>
          </a:p>
          <a:p>
            <a:r>
              <a:rPr lang="it-IT" sz="900" dirty="0"/>
              <a:t>Linea 24V negativa sempre linea continua nera</a:t>
            </a:r>
          </a:p>
          <a:p>
            <a:r>
              <a:rPr lang="it-IT" sz="900" dirty="0"/>
              <a:t>Linea 12 V positiva sempre tratto rosso</a:t>
            </a:r>
          </a:p>
          <a:p>
            <a:r>
              <a:rPr lang="it-IT" sz="900" dirty="0"/>
              <a:t>Linea 12 V negativa sempre tratto nero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9F55225-6B82-70BB-E442-CA9308259FE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5277" y="3070225"/>
            <a:ext cx="13081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DB15 LVDT</a:t>
            </a:r>
          </a:p>
          <a:p>
            <a:r>
              <a:rPr lang="it-IT" dirty="0"/>
              <a:t>femmina:</a:t>
            </a:r>
          </a:p>
          <a:p>
            <a:endParaRPr lang="it-IT" dirty="0"/>
          </a:p>
          <a:p>
            <a:endParaRPr lang="it-IT" dirty="0"/>
          </a:p>
          <a:p>
            <a:pPr algn="r"/>
            <a:r>
              <a:rPr lang="it-IT" u="sng" dirty="0"/>
              <a:t>11</a:t>
            </a:r>
          </a:p>
          <a:p>
            <a:pPr algn="r"/>
            <a:r>
              <a:rPr lang="it-IT" u="sng" dirty="0"/>
              <a:t>12</a:t>
            </a:r>
          </a:p>
          <a:p>
            <a:pPr algn="r"/>
            <a:r>
              <a:rPr lang="it-IT" u="sng" dirty="0"/>
              <a:t>14</a:t>
            </a:r>
          </a:p>
          <a:p>
            <a:pPr algn="r"/>
            <a:r>
              <a:rPr lang="it-IT" u="sng" dirty="0"/>
              <a:t>9</a:t>
            </a:r>
          </a:p>
        </p:txBody>
      </p:sp>
      <p:pic>
        <p:nvPicPr>
          <p:cNvPr id="71" name="Immagine 70">
            <a:extLst>
              <a:ext uri="{FF2B5EF4-FFF2-40B4-BE49-F238E27FC236}">
                <a16:creationId xmlns:a16="http://schemas.microsoft.com/office/drawing/2014/main" id="{4026CBD4-C824-BAA6-9268-E30E38B64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024" y="3357356"/>
            <a:ext cx="1171739" cy="2962688"/>
          </a:xfrm>
          <a:prstGeom prst="rect">
            <a:avLst/>
          </a:prstGeom>
        </p:spPr>
      </p:pic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790DEF0B-E985-0176-F020-54943BA6047B}"/>
              </a:ext>
            </a:extLst>
          </p:cNvPr>
          <p:cNvCxnSpPr>
            <a:cxnSpLocks/>
          </p:cNvCxnSpPr>
          <p:nvPr/>
        </p:nvCxnSpPr>
        <p:spPr>
          <a:xfrm>
            <a:off x="5492750" y="0"/>
            <a:ext cx="0" cy="4352736"/>
          </a:xfrm>
          <a:prstGeom prst="line">
            <a:avLst/>
          </a:prstGeom>
          <a:ln>
            <a:solidFill>
              <a:schemeClr val="tx1"/>
            </a:solidFill>
            <a:prstDash val="lgDashDot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446E594A-AF40-DB6A-22E4-03448521DF7B}"/>
              </a:ext>
            </a:extLst>
          </p:cNvPr>
          <p:cNvCxnSpPr>
            <a:cxnSpLocks/>
          </p:cNvCxnSpPr>
          <p:nvPr/>
        </p:nvCxnSpPr>
        <p:spPr>
          <a:xfrm flipH="1">
            <a:off x="1638300" y="4352736"/>
            <a:ext cx="3854450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288CEDE0-7B1A-4796-C2F6-B8C79732A0A2}"/>
              </a:ext>
            </a:extLst>
          </p:cNvPr>
          <p:cNvCxnSpPr>
            <a:cxnSpLocks/>
          </p:cNvCxnSpPr>
          <p:nvPr/>
        </p:nvCxnSpPr>
        <p:spPr>
          <a:xfrm flipH="1">
            <a:off x="1638300" y="4638486"/>
            <a:ext cx="4105275" cy="0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AC7DF019-182E-F472-C604-31DBE093ECE7}"/>
              </a:ext>
            </a:extLst>
          </p:cNvPr>
          <p:cNvCxnSpPr>
            <a:cxnSpLocks/>
          </p:cNvCxnSpPr>
          <p:nvPr/>
        </p:nvCxnSpPr>
        <p:spPr>
          <a:xfrm>
            <a:off x="5829299" y="0"/>
            <a:ext cx="0" cy="4638486"/>
          </a:xfrm>
          <a:prstGeom prst="line">
            <a:avLst/>
          </a:prstGeom>
          <a:ln>
            <a:solidFill>
              <a:srgbClr val="FF0000"/>
            </a:solidFill>
            <a:prstDash val="lgDashDot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B92F06E3-6061-D193-1830-4108E216D2F5}"/>
              </a:ext>
            </a:extLst>
          </p:cNvPr>
          <p:cNvCxnSpPr>
            <a:cxnSpLocks/>
          </p:cNvCxnSpPr>
          <p:nvPr/>
        </p:nvCxnSpPr>
        <p:spPr>
          <a:xfrm>
            <a:off x="1733377" y="5187950"/>
            <a:ext cx="9639473" cy="571500"/>
          </a:xfrm>
          <a:prstGeom prst="line">
            <a:avLst/>
          </a:prstGeom>
          <a:ln>
            <a:solidFill>
              <a:srgbClr val="00B050"/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1D9EF9D8-0575-92BD-D685-EE5E8E3216E8}"/>
              </a:ext>
            </a:extLst>
          </p:cNvPr>
          <p:cNvCxnSpPr>
            <a:cxnSpLocks/>
          </p:cNvCxnSpPr>
          <p:nvPr/>
        </p:nvCxnSpPr>
        <p:spPr>
          <a:xfrm>
            <a:off x="1733377" y="4902200"/>
            <a:ext cx="9639473" cy="0"/>
          </a:xfrm>
          <a:prstGeom prst="line">
            <a:avLst/>
          </a:prstGeom>
          <a:ln>
            <a:solidFill>
              <a:srgbClr val="C00000"/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8602EBFA-AD1B-3EC2-50FE-DAED1AF38F44}"/>
              </a:ext>
            </a:extLst>
          </p:cNvPr>
          <p:cNvSpPr txBox="1"/>
          <p:nvPr/>
        </p:nvSpPr>
        <p:spPr>
          <a:xfrm>
            <a:off x="7580399" y="4532868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</a:rPr>
              <a:t>14 -&gt; AI 3</a:t>
            </a:r>
          </a:p>
        </p:txBody>
      </p:sp>
    </p:spTree>
    <p:extLst>
      <p:ext uri="{BB962C8B-B14F-4D97-AF65-F5344CB8AC3E}">
        <p14:creationId xmlns:p14="http://schemas.microsoft.com/office/powerpoint/2010/main" val="2144788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4B2DC-1AD3-A1CF-FFA7-AFBDB95FF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B288476-ECE7-A2FA-CA27-5A8FB60986BD}"/>
              </a:ext>
            </a:extLst>
          </p:cNvPr>
          <p:cNvSpPr txBox="1"/>
          <p:nvPr/>
        </p:nvSpPr>
        <p:spPr>
          <a:xfrm>
            <a:off x="444500" y="336550"/>
            <a:ext cx="7226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Interfaccia del banco per Enrichetto:</a:t>
            </a:r>
          </a:p>
          <a:p>
            <a:r>
              <a:rPr lang="it-IT" dirty="0"/>
              <a:t>Interno</a:t>
            </a:r>
          </a:p>
          <a:p>
            <a:r>
              <a:rPr lang="it-IT" sz="900" dirty="0"/>
              <a:t>Linea 24 V positiva sempre linea continua rossa;</a:t>
            </a:r>
          </a:p>
          <a:p>
            <a:r>
              <a:rPr lang="it-IT" sz="900" dirty="0"/>
              <a:t>Linea 24V negativa sempre linea continua nera</a:t>
            </a:r>
          </a:p>
          <a:p>
            <a:r>
              <a:rPr lang="it-IT" sz="900" dirty="0"/>
              <a:t>Linea 12 V positiva sempre tratto rosso</a:t>
            </a:r>
          </a:p>
          <a:p>
            <a:r>
              <a:rPr lang="it-IT" sz="900" dirty="0"/>
              <a:t>Linea 12 V negativa sempre tratto nero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5409A7E-1912-DBE2-65E3-94800BE5288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5277" y="3070225"/>
            <a:ext cx="13081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DB15 LVDT</a:t>
            </a:r>
          </a:p>
          <a:p>
            <a:r>
              <a:rPr lang="it-IT" dirty="0"/>
              <a:t>femmina:</a:t>
            </a:r>
          </a:p>
          <a:p>
            <a:endParaRPr lang="it-IT" dirty="0"/>
          </a:p>
          <a:p>
            <a:endParaRPr lang="it-IT" dirty="0"/>
          </a:p>
          <a:p>
            <a:pPr algn="r"/>
            <a:r>
              <a:rPr lang="it-IT" u="sng" dirty="0"/>
              <a:t>11</a:t>
            </a:r>
          </a:p>
          <a:p>
            <a:pPr algn="r"/>
            <a:r>
              <a:rPr lang="it-IT" u="sng" dirty="0"/>
              <a:t>12</a:t>
            </a:r>
          </a:p>
          <a:p>
            <a:pPr algn="r"/>
            <a:r>
              <a:rPr lang="it-IT" u="sng" dirty="0"/>
              <a:t>14</a:t>
            </a:r>
          </a:p>
          <a:p>
            <a:pPr algn="r"/>
            <a:r>
              <a:rPr lang="it-IT" u="sng" dirty="0"/>
              <a:t>9</a:t>
            </a:r>
          </a:p>
        </p:txBody>
      </p:sp>
      <p:pic>
        <p:nvPicPr>
          <p:cNvPr id="71" name="Immagine 70">
            <a:extLst>
              <a:ext uri="{FF2B5EF4-FFF2-40B4-BE49-F238E27FC236}">
                <a16:creationId xmlns:a16="http://schemas.microsoft.com/office/drawing/2014/main" id="{59E15785-C2C9-1AAB-8D32-1D282B4F0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024" y="3357356"/>
            <a:ext cx="1171739" cy="2962688"/>
          </a:xfrm>
          <a:prstGeom prst="rect">
            <a:avLst/>
          </a:prstGeom>
        </p:spPr>
      </p:pic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CD38C662-2CBA-A35D-432F-8DDEA1009CA1}"/>
              </a:ext>
            </a:extLst>
          </p:cNvPr>
          <p:cNvCxnSpPr>
            <a:cxnSpLocks/>
          </p:cNvCxnSpPr>
          <p:nvPr/>
        </p:nvCxnSpPr>
        <p:spPr>
          <a:xfrm>
            <a:off x="5492750" y="0"/>
            <a:ext cx="0" cy="4352736"/>
          </a:xfrm>
          <a:prstGeom prst="line">
            <a:avLst/>
          </a:prstGeom>
          <a:ln>
            <a:solidFill>
              <a:schemeClr val="tx1"/>
            </a:solidFill>
            <a:prstDash val="lgDashDot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4AB69F9C-3932-5F17-EE0B-6B7579412195}"/>
              </a:ext>
            </a:extLst>
          </p:cNvPr>
          <p:cNvCxnSpPr>
            <a:cxnSpLocks/>
          </p:cNvCxnSpPr>
          <p:nvPr/>
        </p:nvCxnSpPr>
        <p:spPr>
          <a:xfrm flipH="1">
            <a:off x="1638300" y="4352736"/>
            <a:ext cx="3854450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61C0E75F-9505-3E6E-C497-8C159C99402F}"/>
              </a:ext>
            </a:extLst>
          </p:cNvPr>
          <p:cNvCxnSpPr>
            <a:cxnSpLocks/>
          </p:cNvCxnSpPr>
          <p:nvPr/>
        </p:nvCxnSpPr>
        <p:spPr>
          <a:xfrm flipH="1">
            <a:off x="1638300" y="4638486"/>
            <a:ext cx="4105275" cy="0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DB165C5D-DC14-C6BE-F4BB-2389AB486B18}"/>
              </a:ext>
            </a:extLst>
          </p:cNvPr>
          <p:cNvCxnSpPr>
            <a:cxnSpLocks/>
          </p:cNvCxnSpPr>
          <p:nvPr/>
        </p:nvCxnSpPr>
        <p:spPr>
          <a:xfrm>
            <a:off x="5829299" y="0"/>
            <a:ext cx="0" cy="4638486"/>
          </a:xfrm>
          <a:prstGeom prst="line">
            <a:avLst/>
          </a:prstGeom>
          <a:ln>
            <a:solidFill>
              <a:srgbClr val="FF0000"/>
            </a:solidFill>
            <a:prstDash val="lgDashDot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80F6EE90-6DA8-D20F-43C1-C0769E392DE7}"/>
              </a:ext>
            </a:extLst>
          </p:cNvPr>
          <p:cNvCxnSpPr>
            <a:cxnSpLocks/>
          </p:cNvCxnSpPr>
          <p:nvPr/>
        </p:nvCxnSpPr>
        <p:spPr>
          <a:xfrm>
            <a:off x="1733377" y="5187950"/>
            <a:ext cx="9639473" cy="571500"/>
          </a:xfrm>
          <a:prstGeom prst="line">
            <a:avLst/>
          </a:prstGeom>
          <a:ln>
            <a:solidFill>
              <a:srgbClr val="00B050"/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A1C84883-B1D8-43C6-70CC-0C2E3A2BCD09}"/>
              </a:ext>
            </a:extLst>
          </p:cNvPr>
          <p:cNvCxnSpPr>
            <a:cxnSpLocks/>
          </p:cNvCxnSpPr>
          <p:nvPr/>
        </p:nvCxnSpPr>
        <p:spPr>
          <a:xfrm>
            <a:off x="1733377" y="4902200"/>
            <a:ext cx="9639473" cy="114300"/>
          </a:xfrm>
          <a:prstGeom prst="line">
            <a:avLst/>
          </a:prstGeom>
          <a:ln>
            <a:solidFill>
              <a:srgbClr val="C00000"/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19DF4714-C39F-67F7-76A0-69B5BDF2A739}"/>
              </a:ext>
            </a:extLst>
          </p:cNvPr>
          <p:cNvSpPr txBox="1"/>
          <p:nvPr/>
        </p:nvSpPr>
        <p:spPr>
          <a:xfrm>
            <a:off x="7623262" y="4590018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</a:rPr>
              <a:t>14 -&gt; AI 4</a:t>
            </a:r>
          </a:p>
        </p:txBody>
      </p:sp>
    </p:spTree>
    <p:extLst>
      <p:ext uri="{BB962C8B-B14F-4D97-AF65-F5344CB8AC3E}">
        <p14:creationId xmlns:p14="http://schemas.microsoft.com/office/powerpoint/2010/main" val="2850404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1559A-6BEF-B832-6FD4-FA95A226B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CDF6FF42-2641-793C-9DE4-9D556EEACAEB}"/>
              </a:ext>
            </a:extLst>
          </p:cNvPr>
          <p:cNvSpPr txBox="1"/>
          <p:nvPr/>
        </p:nvSpPr>
        <p:spPr>
          <a:xfrm>
            <a:off x="444500" y="336550"/>
            <a:ext cx="7226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Interfaccia del banco per Enrichetto:</a:t>
            </a:r>
          </a:p>
          <a:p>
            <a:r>
              <a:rPr lang="it-IT" dirty="0"/>
              <a:t>Interno</a:t>
            </a:r>
          </a:p>
          <a:p>
            <a:r>
              <a:rPr lang="it-IT" sz="900" dirty="0"/>
              <a:t>Linea 24 V positiva sempre linea continua rossa;</a:t>
            </a:r>
          </a:p>
          <a:p>
            <a:r>
              <a:rPr lang="it-IT" sz="900" dirty="0"/>
              <a:t>Linea 24V negativa sempre linea continua nera</a:t>
            </a:r>
          </a:p>
          <a:p>
            <a:r>
              <a:rPr lang="it-IT" sz="900" dirty="0"/>
              <a:t>Linea 12 V positiva sempre tratto rosso</a:t>
            </a:r>
          </a:p>
          <a:p>
            <a:r>
              <a:rPr lang="it-IT" sz="900" dirty="0"/>
              <a:t>Linea 12 V negativa sempre tratto nero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5DAA573-791C-8538-3B3F-00F78D713C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5277" y="3070225"/>
            <a:ext cx="13081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DB15 LVDT</a:t>
            </a:r>
          </a:p>
          <a:p>
            <a:r>
              <a:rPr lang="it-IT" dirty="0"/>
              <a:t>femmina:</a:t>
            </a:r>
          </a:p>
          <a:p>
            <a:endParaRPr lang="it-IT" dirty="0"/>
          </a:p>
          <a:p>
            <a:endParaRPr lang="it-IT" dirty="0"/>
          </a:p>
          <a:p>
            <a:pPr algn="r"/>
            <a:r>
              <a:rPr lang="it-IT" u="sng" dirty="0"/>
              <a:t>11</a:t>
            </a:r>
          </a:p>
          <a:p>
            <a:pPr algn="r"/>
            <a:r>
              <a:rPr lang="it-IT" u="sng" dirty="0"/>
              <a:t>12</a:t>
            </a:r>
          </a:p>
          <a:p>
            <a:pPr algn="r"/>
            <a:r>
              <a:rPr lang="it-IT" u="sng" dirty="0"/>
              <a:t>14</a:t>
            </a:r>
          </a:p>
          <a:p>
            <a:pPr algn="r"/>
            <a:r>
              <a:rPr lang="it-IT" u="sng" dirty="0"/>
              <a:t>9</a:t>
            </a:r>
          </a:p>
        </p:txBody>
      </p:sp>
      <p:pic>
        <p:nvPicPr>
          <p:cNvPr id="71" name="Immagine 70">
            <a:extLst>
              <a:ext uri="{FF2B5EF4-FFF2-40B4-BE49-F238E27FC236}">
                <a16:creationId xmlns:a16="http://schemas.microsoft.com/office/drawing/2014/main" id="{4B36BCEF-A712-1258-A33D-337BD418D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024" y="3357356"/>
            <a:ext cx="1171739" cy="2962688"/>
          </a:xfrm>
          <a:prstGeom prst="rect">
            <a:avLst/>
          </a:prstGeom>
        </p:spPr>
      </p:pic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574EDC8A-35C5-2AE8-899B-D02380D6CDB2}"/>
              </a:ext>
            </a:extLst>
          </p:cNvPr>
          <p:cNvCxnSpPr>
            <a:cxnSpLocks/>
          </p:cNvCxnSpPr>
          <p:nvPr/>
        </p:nvCxnSpPr>
        <p:spPr>
          <a:xfrm>
            <a:off x="5492750" y="0"/>
            <a:ext cx="0" cy="4352736"/>
          </a:xfrm>
          <a:prstGeom prst="line">
            <a:avLst/>
          </a:prstGeom>
          <a:ln>
            <a:solidFill>
              <a:schemeClr val="tx1"/>
            </a:solidFill>
            <a:prstDash val="lgDashDot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3A05FB8B-4335-6CA2-674D-9BB222DD0899}"/>
              </a:ext>
            </a:extLst>
          </p:cNvPr>
          <p:cNvCxnSpPr>
            <a:cxnSpLocks/>
          </p:cNvCxnSpPr>
          <p:nvPr/>
        </p:nvCxnSpPr>
        <p:spPr>
          <a:xfrm flipH="1">
            <a:off x="1638300" y="4352736"/>
            <a:ext cx="3854450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EFE793DB-BDFF-6529-CAA2-2692ED340E23}"/>
              </a:ext>
            </a:extLst>
          </p:cNvPr>
          <p:cNvCxnSpPr>
            <a:cxnSpLocks/>
          </p:cNvCxnSpPr>
          <p:nvPr/>
        </p:nvCxnSpPr>
        <p:spPr>
          <a:xfrm flipH="1">
            <a:off x="1638300" y="4638486"/>
            <a:ext cx="4105275" cy="0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083F6A37-3AF5-DA0C-9202-B247089B8BFD}"/>
              </a:ext>
            </a:extLst>
          </p:cNvPr>
          <p:cNvCxnSpPr>
            <a:cxnSpLocks/>
          </p:cNvCxnSpPr>
          <p:nvPr/>
        </p:nvCxnSpPr>
        <p:spPr>
          <a:xfrm>
            <a:off x="5829299" y="0"/>
            <a:ext cx="0" cy="4638486"/>
          </a:xfrm>
          <a:prstGeom prst="line">
            <a:avLst/>
          </a:prstGeom>
          <a:ln>
            <a:solidFill>
              <a:srgbClr val="FF0000"/>
            </a:solidFill>
            <a:prstDash val="lgDashDot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853125B7-38BC-807A-F22C-7A38B896221A}"/>
              </a:ext>
            </a:extLst>
          </p:cNvPr>
          <p:cNvCxnSpPr>
            <a:cxnSpLocks/>
          </p:cNvCxnSpPr>
          <p:nvPr/>
        </p:nvCxnSpPr>
        <p:spPr>
          <a:xfrm>
            <a:off x="1733377" y="5187950"/>
            <a:ext cx="9639473" cy="571500"/>
          </a:xfrm>
          <a:prstGeom prst="line">
            <a:avLst/>
          </a:prstGeom>
          <a:ln>
            <a:solidFill>
              <a:srgbClr val="00B050"/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0B7CFBC3-6A20-0B33-BA90-59B1204B831F}"/>
              </a:ext>
            </a:extLst>
          </p:cNvPr>
          <p:cNvCxnSpPr>
            <a:cxnSpLocks/>
          </p:cNvCxnSpPr>
          <p:nvPr/>
        </p:nvCxnSpPr>
        <p:spPr>
          <a:xfrm>
            <a:off x="1733377" y="4902200"/>
            <a:ext cx="9639473" cy="285750"/>
          </a:xfrm>
          <a:prstGeom prst="line">
            <a:avLst/>
          </a:prstGeom>
          <a:ln>
            <a:solidFill>
              <a:srgbClr val="C00000"/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1B09C1E8-B808-96B1-6E27-D200C5BE0560}"/>
              </a:ext>
            </a:extLst>
          </p:cNvPr>
          <p:cNvSpPr txBox="1"/>
          <p:nvPr/>
        </p:nvSpPr>
        <p:spPr>
          <a:xfrm>
            <a:off x="7670800" y="4686761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</a:rPr>
              <a:t>14 -&gt; AI 5</a:t>
            </a:r>
          </a:p>
        </p:txBody>
      </p:sp>
    </p:spTree>
    <p:extLst>
      <p:ext uri="{BB962C8B-B14F-4D97-AF65-F5344CB8AC3E}">
        <p14:creationId xmlns:p14="http://schemas.microsoft.com/office/powerpoint/2010/main" val="400816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22F1-F573-291E-AC11-7693B9278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E86A6430-9025-F2D6-0C03-613AA1F63569}"/>
              </a:ext>
            </a:extLst>
          </p:cNvPr>
          <p:cNvSpPr txBox="1"/>
          <p:nvPr/>
        </p:nvSpPr>
        <p:spPr>
          <a:xfrm>
            <a:off x="444500" y="336550"/>
            <a:ext cx="7226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Interfaccia del banco per Enrichetto:</a:t>
            </a:r>
          </a:p>
          <a:p>
            <a:r>
              <a:rPr lang="it-IT" dirty="0"/>
              <a:t>Interno</a:t>
            </a:r>
          </a:p>
          <a:p>
            <a:r>
              <a:rPr lang="it-IT" sz="900" dirty="0"/>
              <a:t>Linea 24 V positiva sempre linea continua rossa;</a:t>
            </a:r>
          </a:p>
          <a:p>
            <a:r>
              <a:rPr lang="it-IT" sz="900" dirty="0"/>
              <a:t>Linea 24V negativa sempre linea continua nera</a:t>
            </a:r>
          </a:p>
          <a:p>
            <a:r>
              <a:rPr lang="it-IT" sz="900" dirty="0"/>
              <a:t>Linea 12 V positiva sempre tratto rosso</a:t>
            </a:r>
          </a:p>
          <a:p>
            <a:r>
              <a:rPr lang="it-IT" sz="900" dirty="0"/>
              <a:t>Linea 12 V negativa sempre tratto nero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05C2DE1-4BFE-1FF5-38F1-37B5D031098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5277" y="3070225"/>
            <a:ext cx="13081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DB15 LVDT</a:t>
            </a:r>
          </a:p>
          <a:p>
            <a:r>
              <a:rPr lang="it-IT" dirty="0"/>
              <a:t>femmina:</a:t>
            </a:r>
          </a:p>
          <a:p>
            <a:endParaRPr lang="it-IT" dirty="0"/>
          </a:p>
          <a:p>
            <a:endParaRPr lang="it-IT" dirty="0"/>
          </a:p>
          <a:p>
            <a:pPr algn="r"/>
            <a:r>
              <a:rPr lang="it-IT" u="sng" dirty="0"/>
              <a:t>11</a:t>
            </a:r>
          </a:p>
          <a:p>
            <a:pPr algn="r"/>
            <a:r>
              <a:rPr lang="it-IT" u="sng" dirty="0"/>
              <a:t>12</a:t>
            </a:r>
          </a:p>
          <a:p>
            <a:pPr algn="r"/>
            <a:r>
              <a:rPr lang="it-IT" u="sng" dirty="0"/>
              <a:t>14</a:t>
            </a:r>
          </a:p>
          <a:p>
            <a:pPr algn="r"/>
            <a:r>
              <a:rPr lang="it-IT" u="sng" dirty="0"/>
              <a:t>9</a:t>
            </a:r>
          </a:p>
        </p:txBody>
      </p:sp>
      <p:pic>
        <p:nvPicPr>
          <p:cNvPr id="71" name="Immagine 70">
            <a:extLst>
              <a:ext uri="{FF2B5EF4-FFF2-40B4-BE49-F238E27FC236}">
                <a16:creationId xmlns:a16="http://schemas.microsoft.com/office/drawing/2014/main" id="{0A9519ED-C60D-9AF4-E63C-49F2A6BD7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024" y="3357356"/>
            <a:ext cx="1171739" cy="2962688"/>
          </a:xfrm>
          <a:prstGeom prst="rect">
            <a:avLst/>
          </a:prstGeom>
        </p:spPr>
      </p:pic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B3D9328E-872F-5107-EF8A-C83300CB327A}"/>
              </a:ext>
            </a:extLst>
          </p:cNvPr>
          <p:cNvCxnSpPr>
            <a:cxnSpLocks/>
          </p:cNvCxnSpPr>
          <p:nvPr/>
        </p:nvCxnSpPr>
        <p:spPr>
          <a:xfrm>
            <a:off x="5492750" y="0"/>
            <a:ext cx="0" cy="4352736"/>
          </a:xfrm>
          <a:prstGeom prst="line">
            <a:avLst/>
          </a:prstGeom>
          <a:ln>
            <a:solidFill>
              <a:schemeClr val="tx1"/>
            </a:solidFill>
            <a:prstDash val="lgDashDot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E791EEB0-E897-6252-79FA-453D4123D590}"/>
              </a:ext>
            </a:extLst>
          </p:cNvPr>
          <p:cNvCxnSpPr>
            <a:cxnSpLocks/>
          </p:cNvCxnSpPr>
          <p:nvPr/>
        </p:nvCxnSpPr>
        <p:spPr>
          <a:xfrm flipH="1">
            <a:off x="1638300" y="4352736"/>
            <a:ext cx="3854450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4A0B677A-7936-1EF1-2AAA-0CF8CE7AC486}"/>
              </a:ext>
            </a:extLst>
          </p:cNvPr>
          <p:cNvCxnSpPr>
            <a:cxnSpLocks/>
          </p:cNvCxnSpPr>
          <p:nvPr/>
        </p:nvCxnSpPr>
        <p:spPr>
          <a:xfrm flipH="1">
            <a:off x="1638300" y="4638486"/>
            <a:ext cx="4105275" cy="0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58A3C3F3-A860-8947-3EDF-BC898C0F37E8}"/>
              </a:ext>
            </a:extLst>
          </p:cNvPr>
          <p:cNvCxnSpPr>
            <a:cxnSpLocks/>
          </p:cNvCxnSpPr>
          <p:nvPr/>
        </p:nvCxnSpPr>
        <p:spPr>
          <a:xfrm>
            <a:off x="5829299" y="0"/>
            <a:ext cx="0" cy="4638486"/>
          </a:xfrm>
          <a:prstGeom prst="line">
            <a:avLst/>
          </a:prstGeom>
          <a:ln>
            <a:solidFill>
              <a:srgbClr val="FF0000"/>
            </a:solidFill>
            <a:prstDash val="lgDashDot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910863D1-67C4-E6D1-40C2-6DE80E95252D}"/>
              </a:ext>
            </a:extLst>
          </p:cNvPr>
          <p:cNvCxnSpPr>
            <a:cxnSpLocks/>
          </p:cNvCxnSpPr>
          <p:nvPr/>
        </p:nvCxnSpPr>
        <p:spPr>
          <a:xfrm>
            <a:off x="1733377" y="5187950"/>
            <a:ext cx="9639473" cy="571500"/>
          </a:xfrm>
          <a:prstGeom prst="line">
            <a:avLst/>
          </a:prstGeom>
          <a:ln>
            <a:solidFill>
              <a:srgbClr val="00B050"/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9B9F6D49-0965-A7B3-A87A-F3A63EE951F5}"/>
              </a:ext>
            </a:extLst>
          </p:cNvPr>
          <p:cNvCxnSpPr>
            <a:cxnSpLocks/>
          </p:cNvCxnSpPr>
          <p:nvPr/>
        </p:nvCxnSpPr>
        <p:spPr>
          <a:xfrm>
            <a:off x="1733377" y="4902200"/>
            <a:ext cx="9639473" cy="412750"/>
          </a:xfrm>
          <a:prstGeom prst="line">
            <a:avLst/>
          </a:prstGeom>
          <a:ln>
            <a:solidFill>
              <a:srgbClr val="C00000"/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1B77BDC8-0E6B-9E25-8902-1F64E3B813C8}"/>
              </a:ext>
            </a:extLst>
          </p:cNvPr>
          <p:cNvSpPr txBox="1"/>
          <p:nvPr/>
        </p:nvSpPr>
        <p:spPr>
          <a:xfrm>
            <a:off x="7670800" y="4792752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</a:rPr>
              <a:t>14 -&gt; AI 6</a:t>
            </a:r>
          </a:p>
        </p:txBody>
      </p:sp>
    </p:spTree>
    <p:extLst>
      <p:ext uri="{BB962C8B-B14F-4D97-AF65-F5344CB8AC3E}">
        <p14:creationId xmlns:p14="http://schemas.microsoft.com/office/powerpoint/2010/main" val="340969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0FE7F-EF6F-5B16-CF83-E894C89E4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9A0F8AF4-1608-81A3-0E4F-6CF9BC0F1920}"/>
              </a:ext>
            </a:extLst>
          </p:cNvPr>
          <p:cNvSpPr txBox="1"/>
          <p:nvPr/>
        </p:nvSpPr>
        <p:spPr>
          <a:xfrm>
            <a:off x="444500" y="336550"/>
            <a:ext cx="7226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Interfaccia del banco per Enrichetto:</a:t>
            </a:r>
          </a:p>
          <a:p>
            <a:r>
              <a:rPr lang="it-IT" dirty="0"/>
              <a:t>Interno</a:t>
            </a:r>
          </a:p>
          <a:p>
            <a:r>
              <a:rPr lang="it-IT" sz="900" dirty="0"/>
              <a:t>Linea 24 V positiva sempre linea continua rossa;</a:t>
            </a:r>
          </a:p>
          <a:p>
            <a:r>
              <a:rPr lang="it-IT" sz="900" dirty="0"/>
              <a:t>Linea 24V negativa sempre linea continua nera</a:t>
            </a:r>
          </a:p>
          <a:p>
            <a:r>
              <a:rPr lang="it-IT" sz="900" dirty="0"/>
              <a:t>Linea 12 V positiva sempre tratto rosso</a:t>
            </a:r>
          </a:p>
          <a:p>
            <a:r>
              <a:rPr lang="it-IT" sz="900" dirty="0"/>
              <a:t>Linea 12 V negativa sempre tratto nero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2A93782-8A2F-B4EE-F20C-A536301426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5277" y="3070225"/>
            <a:ext cx="13081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DB15 LVDT</a:t>
            </a:r>
          </a:p>
          <a:p>
            <a:r>
              <a:rPr lang="it-IT" dirty="0"/>
              <a:t>femmina:</a:t>
            </a:r>
          </a:p>
          <a:p>
            <a:endParaRPr lang="it-IT" dirty="0"/>
          </a:p>
          <a:p>
            <a:endParaRPr lang="it-IT" dirty="0"/>
          </a:p>
          <a:p>
            <a:pPr algn="r"/>
            <a:r>
              <a:rPr lang="it-IT" u="sng" dirty="0"/>
              <a:t>11</a:t>
            </a:r>
          </a:p>
          <a:p>
            <a:pPr algn="r"/>
            <a:r>
              <a:rPr lang="it-IT" u="sng" dirty="0"/>
              <a:t>12</a:t>
            </a:r>
          </a:p>
          <a:p>
            <a:pPr algn="r"/>
            <a:r>
              <a:rPr lang="it-IT" u="sng" dirty="0"/>
              <a:t>14</a:t>
            </a:r>
          </a:p>
          <a:p>
            <a:pPr algn="r"/>
            <a:r>
              <a:rPr lang="it-IT" u="sng" dirty="0"/>
              <a:t>9</a:t>
            </a:r>
          </a:p>
        </p:txBody>
      </p:sp>
      <p:pic>
        <p:nvPicPr>
          <p:cNvPr id="71" name="Immagine 70">
            <a:extLst>
              <a:ext uri="{FF2B5EF4-FFF2-40B4-BE49-F238E27FC236}">
                <a16:creationId xmlns:a16="http://schemas.microsoft.com/office/drawing/2014/main" id="{C01BABB4-63F3-3259-EE94-BBB8093C2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024" y="3357356"/>
            <a:ext cx="1171739" cy="2962688"/>
          </a:xfrm>
          <a:prstGeom prst="rect">
            <a:avLst/>
          </a:prstGeom>
        </p:spPr>
      </p:pic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0CC357D9-CA7B-644D-400C-5167C0228B36}"/>
              </a:ext>
            </a:extLst>
          </p:cNvPr>
          <p:cNvCxnSpPr>
            <a:cxnSpLocks/>
          </p:cNvCxnSpPr>
          <p:nvPr/>
        </p:nvCxnSpPr>
        <p:spPr>
          <a:xfrm>
            <a:off x="5492750" y="0"/>
            <a:ext cx="0" cy="4352736"/>
          </a:xfrm>
          <a:prstGeom prst="line">
            <a:avLst/>
          </a:prstGeom>
          <a:ln>
            <a:solidFill>
              <a:schemeClr val="tx1"/>
            </a:solidFill>
            <a:prstDash val="lgDashDot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A105D0DD-DD7F-DB86-341B-75E1991E3154}"/>
              </a:ext>
            </a:extLst>
          </p:cNvPr>
          <p:cNvCxnSpPr>
            <a:cxnSpLocks/>
          </p:cNvCxnSpPr>
          <p:nvPr/>
        </p:nvCxnSpPr>
        <p:spPr>
          <a:xfrm flipH="1">
            <a:off x="1638300" y="4352736"/>
            <a:ext cx="3854450" cy="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53DDE039-F1D3-53CE-91AF-C784C4562547}"/>
              </a:ext>
            </a:extLst>
          </p:cNvPr>
          <p:cNvCxnSpPr>
            <a:cxnSpLocks/>
          </p:cNvCxnSpPr>
          <p:nvPr/>
        </p:nvCxnSpPr>
        <p:spPr>
          <a:xfrm flipH="1">
            <a:off x="1638300" y="4638486"/>
            <a:ext cx="4105275" cy="0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4D5078B6-9EC3-6247-54F6-72D8A500F4A5}"/>
              </a:ext>
            </a:extLst>
          </p:cNvPr>
          <p:cNvCxnSpPr>
            <a:cxnSpLocks/>
          </p:cNvCxnSpPr>
          <p:nvPr/>
        </p:nvCxnSpPr>
        <p:spPr>
          <a:xfrm>
            <a:off x="5829299" y="0"/>
            <a:ext cx="0" cy="4638486"/>
          </a:xfrm>
          <a:prstGeom prst="line">
            <a:avLst/>
          </a:prstGeom>
          <a:ln>
            <a:solidFill>
              <a:srgbClr val="FF0000"/>
            </a:solidFill>
            <a:prstDash val="lgDashDot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136F81DB-4980-AF14-74F8-92079687CB1B}"/>
              </a:ext>
            </a:extLst>
          </p:cNvPr>
          <p:cNvCxnSpPr>
            <a:cxnSpLocks/>
          </p:cNvCxnSpPr>
          <p:nvPr/>
        </p:nvCxnSpPr>
        <p:spPr>
          <a:xfrm>
            <a:off x="1733377" y="5187950"/>
            <a:ext cx="9639473" cy="571500"/>
          </a:xfrm>
          <a:prstGeom prst="line">
            <a:avLst/>
          </a:prstGeom>
          <a:ln>
            <a:solidFill>
              <a:srgbClr val="00B050"/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D6B60E85-9A64-F462-536A-E8597907B565}"/>
              </a:ext>
            </a:extLst>
          </p:cNvPr>
          <p:cNvCxnSpPr>
            <a:cxnSpLocks/>
          </p:cNvCxnSpPr>
          <p:nvPr/>
        </p:nvCxnSpPr>
        <p:spPr>
          <a:xfrm>
            <a:off x="1733377" y="4902200"/>
            <a:ext cx="9639473" cy="565150"/>
          </a:xfrm>
          <a:prstGeom prst="line">
            <a:avLst/>
          </a:prstGeom>
          <a:ln>
            <a:solidFill>
              <a:srgbClr val="C00000"/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DCEA673D-A0CD-5194-1307-974F6C807682}"/>
              </a:ext>
            </a:extLst>
          </p:cNvPr>
          <p:cNvSpPr txBox="1"/>
          <p:nvPr/>
        </p:nvSpPr>
        <p:spPr>
          <a:xfrm>
            <a:off x="7670800" y="4860409"/>
            <a:ext cx="13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C00000"/>
                </a:solidFill>
              </a:rPr>
              <a:t>14 -&gt; AI 7</a:t>
            </a:r>
          </a:p>
        </p:txBody>
      </p:sp>
    </p:spTree>
    <p:extLst>
      <p:ext uri="{BB962C8B-B14F-4D97-AF65-F5344CB8AC3E}">
        <p14:creationId xmlns:p14="http://schemas.microsoft.com/office/powerpoint/2010/main" val="25242890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613</Words>
  <Application>Microsoft Office PowerPoint</Application>
  <PresentationFormat>Widescreen</PresentationFormat>
  <Paragraphs>194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Umbragroup S.p.A.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Franco De Angelis</dc:creator>
  <cp:lastModifiedBy>Franco De Angelis</cp:lastModifiedBy>
  <cp:revision>1</cp:revision>
  <dcterms:created xsi:type="dcterms:W3CDTF">2025-09-10T07:44:35Z</dcterms:created>
  <dcterms:modified xsi:type="dcterms:W3CDTF">2025-09-10T09:24:58Z</dcterms:modified>
</cp:coreProperties>
</file>